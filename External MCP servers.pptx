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69" r:id="rId5"/>
    <p:sldId id="257" r:id="rId6"/>
    <p:sldId id="258" r:id="rId7"/>
    <p:sldId id="259" r:id="rId8"/>
    <p:sldId id="260" r:id="rId9"/>
    <p:sldId id="261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115F9-40D4-761B-09A9-AAE90BEDF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3ED601-31BB-04B2-7395-A7A551D4B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22B036-C820-C7FE-9E9B-BF7B80C84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0D67-7478-464D-B3BE-CDE6919993C1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686AB2-C1DC-A478-702F-2B8E93884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38CE28-7FC1-CB00-A015-FC1D5D0AC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27284-E090-4C73-BE34-0A89F5DDB3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8711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099AB-8F09-0EF8-0B19-1F5908190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AF7896-D0C2-AA89-32E9-7B966D8C9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568D7F-94A6-593B-91AA-35C4E31A7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0D67-7478-464D-B3BE-CDE6919993C1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BA2850-9867-5B3D-F1B1-8174F5AD5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1793BA-03E2-B55E-B59E-842DA3621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27284-E090-4C73-BE34-0A89F5DDB3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1620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0E6750-9FB6-DA28-94BD-33C48C6DC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1FFDAB-ADEB-7252-45EF-47F588CB4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94C306-C22B-42C4-735A-0ED1FFADE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0D67-7478-464D-B3BE-CDE6919993C1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7688E2-14DC-C579-21E2-B77FF46E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AAE388-604C-E684-FD63-22B2AA3D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27284-E090-4C73-BE34-0A89F5DDB3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653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78784-C7E5-2AE3-689C-9DDDBC0BC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F4791B-3A76-AC4C-7A0E-DC6F13D63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3E7646-7092-0B81-BA23-0452AABD7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5C4BD3-10D0-2E36-65EE-0D2E3D36A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0D67-7478-464D-B3BE-CDE6919993C1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7089F6-232B-4E99-E836-43EDF0D96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8A98C9-52B1-246D-1874-D47F36E04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27284-E090-4C73-BE34-0A89F5DDB3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637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99188-4C8E-9DA0-8D7A-5D772EF41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60EFDF-F4AA-525A-2B50-3ED953B99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82A528-22BD-2A73-747B-5001CE7D8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0CEC1E2-1218-8358-F541-C4D1EC81C9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A833033-2601-94D7-E3A5-18370BAC2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AE2898D-BC43-4B17-D43D-C9BDCE978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0D67-7478-464D-B3BE-CDE6919993C1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3DF99D9-1BE5-B1C5-E4F5-8A31D738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C5B1FD-D6EE-2D00-6BA8-875B36EFC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27284-E090-4C73-BE34-0A89F5DDB3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1702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E12000-53D1-E02C-BEDB-0599C0FE8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C34A8F9-FC16-8047-53F3-7B3BB91E1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0D67-7478-464D-B3BE-CDE6919993C1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8363B40-DF22-BB2F-9ECE-3777FE05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B89BC9-B856-0614-A97F-9AE77EFF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27284-E090-4C73-BE34-0A89F5DDB3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349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73B774-DF70-D594-CC5A-8A890CD89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0D67-7478-464D-B3BE-CDE6919993C1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481CFF2-B690-8F30-6924-37B0E737C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651D96-63B6-E50B-E7A1-98473394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27284-E090-4C73-BE34-0A89F5DDB3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631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F1F828-AD82-B9AE-2F0C-A74534B5D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CF9F15-F97E-52D1-AF88-B36C52057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B5A791-02EA-01EE-FF56-8C5CC5D5E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C799D7-E9B0-4A27-AD9F-40BA57EC3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0D67-7478-464D-B3BE-CDE6919993C1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D84C35-2655-8D72-EBEF-D9834B3F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7AFE9B-CEE6-52C9-CF1E-AE9D3677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27284-E090-4C73-BE34-0A89F5DDB3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8422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D6D96-A778-160A-AB68-6B62D29A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9DB4C94-04B6-7FA3-2DDD-DFA95DCD0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F6D3873-0794-114A-D79D-84B6EA21C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57F466-9123-A302-6AE6-832F34960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0D67-7478-464D-B3BE-CDE6919993C1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3027E8-7903-54C9-88E2-D8B63D79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8A9283-C972-2F7E-4CE5-DD31862C7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27284-E090-4C73-BE34-0A89F5DDB3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3561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AFA47-AFE2-AB17-C78E-921FB05C0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2C9E9D-22A5-4F2D-C470-11D857D7F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026269-BBD4-4BA4-FC56-23FD975C4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0D67-7478-464D-B3BE-CDE6919993C1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97651F-AB46-A136-A398-7E0291863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50C0FC-223F-0372-46E1-1C461706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27284-E090-4C73-BE34-0A89F5DDB3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479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899B69C-9BE2-FE49-6FBF-61A4776235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8E94EF7-7AEF-CC2E-F06C-0F9786772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EABB94-6C24-D71C-5AE7-3E52793F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0D67-7478-464D-B3BE-CDE6919993C1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8E699A-EA0C-31C2-2EEE-F6DEEB10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83ADD9-F35F-A305-547A-72D6C93A5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27284-E090-4C73-BE34-0A89F5DDB3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738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D39770E-60E6-C7AE-1C4E-FE2D7041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6724E4-90F6-A7CE-ECD7-EA168D2E9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AA2866-A03D-89CD-F392-35DC280E11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60D67-7478-464D-B3BE-CDE6919993C1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5CC5EF-260C-BDEB-9F1D-4FD491594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32AA7D-A392-E212-BF5F-1C6DEEDB1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B27284-E090-4C73-BE34-0A89F5DDB3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922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91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B3FA5-B719-5C8E-7A7F-7C844E621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F9F6005-127C-9CBB-854C-205078AF7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440" y="0"/>
            <a:ext cx="87111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8B5FC-ECA9-713F-5BF6-67B41761A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EA54EF1-C8BA-65EB-0B5A-24FA34153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99" y="894837"/>
            <a:ext cx="11355385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003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BC5D9-D486-2127-9C33-9B04BA40B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F6953DD-5BB0-1222-F598-276DED06D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446" y="0"/>
            <a:ext cx="79751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01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5D2DF-3950-142D-A791-79DE5B3BB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A429500-CE8E-10A8-AF53-3EABCE5DDF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" y="1312163"/>
            <a:ext cx="6172200" cy="447484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CBC129C-AE64-04E2-07E8-C365C58C5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052" y="1312163"/>
            <a:ext cx="5562301" cy="470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508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8C901-06FA-0683-0AA3-701A66E00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28A7C43-B63D-9553-9042-F330B2688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964" y="1037081"/>
            <a:ext cx="7942072" cy="525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68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D2FC-E7EE-1A13-047B-BAEEE0200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EA76512-278D-134E-AF5C-414FC0E84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346" y="1453516"/>
            <a:ext cx="8793308" cy="432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96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7F435-21A5-8724-400A-F53D34E4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4FB4643-8481-AC4E-A9FE-DB24A6CF5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" y="1377971"/>
            <a:ext cx="5949950" cy="410205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B85A39D-767D-12C6-E13A-D55BD313AE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845" y="1377971"/>
            <a:ext cx="5845105" cy="410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266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923A9-5589-E0EA-5001-63E5CDCB1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17EF252-2639-231E-AFB4-954FD836C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85" y="1974088"/>
            <a:ext cx="9920430" cy="349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790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69993-032C-0322-5889-60C237A53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3C52844-9B4F-D61D-5114-3C48DCEA6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1461978"/>
            <a:ext cx="7272020" cy="393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501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2BB24-8C17-4F78-3FE5-D76EB97C3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A274118-426F-1C8C-5556-411C33DF3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120" y="1493520"/>
            <a:ext cx="4626610" cy="409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623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83E73-614C-6F8C-23AA-0C98E396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D0C3722-AD33-D788-C8DD-FCDAB545D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7950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Panorámica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13</cp:revision>
  <dcterms:created xsi:type="dcterms:W3CDTF">2026-10-01T14:35:32Z</dcterms:created>
  <dcterms:modified xsi:type="dcterms:W3CDTF">2026-10-01T14:47:11Z</dcterms:modified>
</cp:coreProperties>
</file>