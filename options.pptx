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2" r:id="rId9"/>
    <p:sldId id="263" r:id="rId10"/>
    <p:sldId id="264" r:id="rId11"/>
    <p:sldId id="265" r:id="rId12"/>
    <p:sldId id="261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1E607-D312-6D94-890C-8BC00491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A2F257-18C7-5EE9-E14B-38B45C250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E16B6D-E460-B0DB-A4E0-A84B72CD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C1A384-1649-2AE1-A8AF-2E086575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1AA276-3C4C-8C68-BC00-B6560AE8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108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B2AA8-DC6D-4C16-3087-430E1DE0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7F326F-55D3-2EF9-79F5-35E05DADF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281ACB-E5F7-DEC8-0418-A0E6C717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96168D-CE13-A837-26CA-96035B38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25074E-D951-5E8B-5F2C-CDCCA5FF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672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DE51B-8F0F-795B-929A-8D144D87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F82700-07FB-C0F9-E59F-94C0B229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3B4D38-31BF-08A7-5A58-AD225E24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1CF169-52A4-89A0-41F4-EAE0BC13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69EED3-BB40-298A-6ED0-7957E3C8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08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AAE14-FCA8-B2F9-CEA4-90420114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12236-D7B2-180C-659F-F9E0E5D16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5329F1-7322-1EB0-BDD1-056993539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51FE4E-6FD2-BB35-2A31-501E20EC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6728CB-6E54-4E90-6EA3-8FBEE8920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461E03-DA4B-59CC-544F-FE7A9EE1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276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EA214-2EFE-68E6-FE3E-212345E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F6D16C-E71C-3902-C52F-3B3F2DDF9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5320B6-9421-6940-F367-37B3C2AB4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D296B4-24AE-D2B6-7D06-0FCE443A6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76F0EE-8DA8-8785-5883-574941940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F07688-26DA-2D8A-D4A1-18DB23E12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809743-A24E-DB0A-D91F-C9757203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582875-99EC-FCDD-1726-E5C798A1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399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DBDD0-8AE3-0213-CE3E-8C5E37DF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E8C893-CBE7-ACC6-12AD-861E271D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F92F46-7E14-C780-B4A2-7A72E534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308E7B-1F02-0158-4E29-5B9C9E50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738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118FCE-84B1-13FF-ECF6-7838F38F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9DD459-BEA6-07FA-5819-2FAA5CF7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2AE56D-75DE-936B-97E4-0A8F7EDA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91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906BA-DA6D-D340-C9D4-37948A6AE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1B64F4-B1B4-97AA-785C-0DD367506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5A7842-827E-8B39-F1A3-20B86B10B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AA34FC-BD58-3BD7-9C36-9EA3FBB8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A79492-284B-8969-D7CD-301FC23C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BFE9B5-E970-E20C-DEC7-77E85697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2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EBF98-7956-90E0-9B6B-56F736E1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805F69-0724-8B29-27BC-369893205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78EA4F-C2A2-0E73-FEAD-ABD7C1719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A647D9-3FEB-8475-BB80-C9399DF7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505CED-BC33-3C39-5D9E-EEA3FB80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60D929-A805-3564-874A-54078E27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7570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309E-8905-6822-FAAA-3CE04B37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2257C8-D1E9-416C-FEF2-8B3651945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16F99-1FE6-517E-8CD0-9E67508F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94882-6A6D-9CB3-68E3-269E0365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62EB16-2901-9512-2C62-7A1A6CE4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289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630F38-8590-B4B2-9760-6A5469B9D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A19220-30F4-2802-FD92-EAD7CD8D5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D6DB0-3488-2A0C-69F5-C38D8292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013B63-C555-CCD2-6A48-9E06E882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CE9444-9C38-7C4F-EB57-D8326608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267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838AC6-3D9E-604D-F49F-CDAD73D4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C6BCF1-4B30-4908-268E-810FD48CD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30FDD7-4BFE-3210-C131-910F6E93D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9A633-29F3-4D65-B838-23C7308040D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A1E9F-C406-497B-4CB2-B9D61F88C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E9DEDE-6370-979D-09DC-9EBAB1CBF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8D9C5-D83F-4290-AC15-A5023040814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144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25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612B-3742-9371-A862-FBDBE9398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62CEF8-AA93-72C4-A676-A39B64AA0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42" y="0"/>
            <a:ext cx="11629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2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4B3E-4CB3-F65E-0ED8-4995A69E2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A9F350-A31A-3876-E22E-A497001C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28" y="0"/>
            <a:ext cx="96797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3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D4B4-ABAB-A3F0-8E31-0C80D923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49EE8-A617-B2A3-486C-010BB155F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540"/>
            <a:ext cx="12192000" cy="622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8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A93C-4D92-0AB9-30CA-C4D4CBA1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A0D889-C973-9F25-472B-5BAFD8D31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2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FE03-83AA-39F8-95A1-F37C674E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50AA04-22E7-E849-0A47-CA8D500C0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75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BBD7-98CA-EA45-789F-43F572D8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8FC9AD-2D13-3BA8-BF13-8AC703750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4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94727-2EE0-413E-DCF2-7D6395E24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47DB12-671E-85E5-7B8F-418F3DF0B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9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AC69-1D4A-B45B-BB9E-D8E566AD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3D7C9D-95A1-77AF-EB82-5BFEA286A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5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0B1A-DF44-8DEB-4D00-BB2E4579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AE3E4C2-5B6A-981F-0129-44DCC545B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7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71A0-1926-38AE-1CCD-E4B65C3B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ACC746-D29E-2D02-FE56-F778BF252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50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226DB-3D41-A97F-D5FF-0C5F1B80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2466E3-5833-809E-F144-BBB4EB2CB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36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12</cp:revision>
  <dcterms:created xsi:type="dcterms:W3CDTF">2026-10-01T11:13:32Z</dcterms:created>
  <dcterms:modified xsi:type="dcterms:W3CDTF">2026-10-01T11:39:21Z</dcterms:modified>
</cp:coreProperties>
</file>