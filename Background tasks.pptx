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58" r:id="rId3"/>
    <p:sldId id="259" r:id="rId4"/>
    <p:sldId id="260" r:id="rId5"/>
    <p:sldId id="27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56" r:id="rId1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5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A55CEC-C386-4B5D-A6AB-15FE07F52D5D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4DE091-C4F4-462A-809A-2997914EBBF0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2048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4DE091-C4F4-462A-809A-2997914EBBF0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69397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1311F-D2DD-E6BA-6BA1-6755121A23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9B9990-7247-18EF-9567-A4C4EF995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E34A58D-4004-36A7-782B-07320C80C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BC9F52-1F1D-3506-AD88-44BE800F1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DC2186-215F-9DE3-7057-2961E83C4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7313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D0E503-1246-96D4-0454-B95CAB11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62DF66B-DF85-1F66-A620-17512C8E22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CA4AB8-2BA6-4F56-4692-32ECE3435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B9EA148-2C23-29D8-D711-C40F09F7A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6A049-33D6-5010-C8F6-21A2BB075E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2924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6DE1A-ACBB-7724-0B4B-520D1042B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B3D2E1C-C3AA-4D86-6741-F25A882E00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65ED201-F6F5-1C86-C87E-6EAADF649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5D19778-7D80-F993-1006-70ADA944F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496E50-CF79-3A2C-F00B-297D72A12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50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F20C73-D242-A2E1-0FFD-0DE8A9BCE6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36E3F6-07B4-EF56-06D9-5A9D4A31E6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55E409B-8C47-EAE6-86C4-BBAE503BF1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036A24-BAF8-8C88-61BB-795CD5919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49003DD-61E9-B892-1236-B5BF76D67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4941C-02FA-5601-231B-424DE13C6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7966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5BD0CE-E3C3-8A71-7D3D-004106E9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176F185-02FB-BB1F-C381-8FE17F3B9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AB09A57-03C4-2A9E-C76A-958DA55AD1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39EAE6D-E53A-7668-8651-F05DB38B58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05C182-8056-BB45-8820-05F118B298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ECC1D91-9166-03A0-B20C-B0374982E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0A820C43-6859-918F-1A0A-5DFB73CA2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88DA725-8A50-512A-AB5B-F0F4F3974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17011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C17C0-FB2A-5C6C-E869-E8652A917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D20542C-34FB-33D0-1F9F-2793ACA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8B4B83-B986-283C-D0CB-A9272F4BB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7128E6-E553-FC2E-1215-C18160B75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44968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A3A270-32DA-CBCF-6122-2457FFC0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14319E6-AF48-7734-B13F-60D06695F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C251D3-42D7-F380-FF56-4E5159D09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8296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85EE0-52FB-F5F1-97B3-204D943FE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AC19F8-4D80-63EA-6B2C-5ECF63068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3448EC-C313-6B35-2716-8C1EB60CAA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5058BB-38B8-DC8B-F5E7-59E54329FA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87A3E8-2D7A-E092-2B5F-05857C9CF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8758544-E8E2-F359-C3FD-9F7AAF324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34714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535B26-0D0D-064C-E89B-BEAB9DC6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ED9F0330-0BEB-804B-EBDC-CC5F8E1542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1E52CE-FB63-D3D1-4C3D-A3023737D8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E73AEF6-6623-CCA6-C7F7-8603792A0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C32E80C-CFA0-0D73-E91F-FD43865A9F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249968A-D722-8EDC-8E61-7DA13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848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A65B15-6CEC-3B92-5BED-BED33994F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270371-9816-44CA-9DF3-12F026BDD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373B97E-0061-795C-B5BA-D5CEE7FF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E0EC4C-A2A4-53D7-B239-C39016425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64AE3BD-390D-2E01-021C-EF2335E8E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622566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90EA8E8-C52B-0417-F4D4-981EE6F28A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C0B34C5-9587-F36D-7F97-C0252DB1F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4DD838-FC59-A54E-48AC-6154276B2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DAAAB9-E559-1387-61B5-3B5C54ECD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224702E-50DD-596B-48B7-9D41156B1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3998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7737026-B9E4-DD8F-6AEF-4BD7F6566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9380249-B955-2A80-0BB3-433C99D858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6268E1-4CEF-235A-C26E-40B3294E3B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A4D366-529A-4D76-934D-7E3C8EB1B323}" type="datetimeFigureOut">
              <a:rPr lang="es-ES" smtClean="0"/>
              <a:t>01/10/2026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715E4B-CC15-E16C-FFD2-5462A01AD9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F910F8-D7E7-CA2D-06D8-E77A944041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2E75B6-89B0-4E77-8110-B08CBD06254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23835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435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CAB90D-4667-9419-AB2A-490B3B8F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2EA0336-E392-F3F9-73FE-69A66B458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1373"/>
            <a:ext cx="12192000" cy="3975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6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F3602-2680-3D1B-96FA-FD60CD0CF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151773F-B12B-FBA8-8A61-257F6B7DA1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7958"/>
            <a:ext cx="12192000" cy="656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9470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7F0532-E174-A6D0-790C-692A5D2A2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DF7663F-D20C-847F-2261-441CAE825B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5825" y="0"/>
            <a:ext cx="104803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7187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C307F79-5239-AA88-5C7B-43608C7D3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02" y="0"/>
            <a:ext cx="112547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3064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F98D54-36E5-6BC2-B75D-69898EF09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9CB4975-AEAB-3E7D-DA40-3AA1C049EF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822" y="266112"/>
            <a:ext cx="5544356" cy="632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372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C20B8B-CDBE-BF27-4A90-240CBB448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CCF04DD-5C59-6763-EE18-579905429F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0206" y="0"/>
            <a:ext cx="5311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65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A18D3-23F3-BD69-CA6A-6AE61F0D5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BED40747-47CE-83CD-9926-970A3DECA2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146" y="0"/>
            <a:ext cx="440970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14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8583BA-375A-FA77-5546-63016BF95E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99CDFAE-D686-2D76-5584-8665AA7F47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8635" y="0"/>
            <a:ext cx="489472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0237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697A36-07A0-E469-D545-A4687E51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2BACDA-51DB-1294-CF3F-1C6FC566E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408" y="964357"/>
            <a:ext cx="7576495" cy="4929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839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9BEC0-89AF-DD08-6CC5-BF61E71CB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66FCED8-9750-188C-1181-11C67B51D6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30" y="1198628"/>
            <a:ext cx="8832940" cy="424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166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39D616-3969-1EE3-4AF3-ED1AD773B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C4D570-2F18-0B4E-05F6-297EA17C5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901" y="1421088"/>
            <a:ext cx="6876197" cy="421771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626478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963B02-BAC5-7711-4AE6-C378E3AFD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599E48-01FE-5153-6C0C-DFDCF5133E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547" y="834775"/>
            <a:ext cx="8716010" cy="2275264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6459FE3-841F-CC8E-24BD-E43383A89F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665" y="3202404"/>
            <a:ext cx="10463775" cy="2820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5584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4F63C-5492-153E-B8FF-E67FCA89E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D5A68C4-9323-FB89-0D9C-CDFB55A53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179" y="1976235"/>
            <a:ext cx="6925642" cy="2905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5363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D6A026E-04F9-F218-9294-76514637E7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7350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</Words>
  <Application>Microsoft Office PowerPoint</Application>
  <PresentationFormat>Panorámica</PresentationFormat>
  <Paragraphs>1</Paragraphs>
  <Slides>15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Coco Enríquez</dc:creator>
  <cp:lastModifiedBy>Luis Coco Enríquez</cp:lastModifiedBy>
  <cp:revision>14</cp:revision>
  <dcterms:created xsi:type="dcterms:W3CDTF">2026-10-01T18:01:02Z</dcterms:created>
  <dcterms:modified xsi:type="dcterms:W3CDTF">2026-10-01T18:11:02Z</dcterms:modified>
</cp:coreProperties>
</file>