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0" r:id="rId7"/>
    <p:sldId id="271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56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BF8E38-0BFD-7987-BE42-2F7F5F153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C62F06-4733-C534-BFB3-8B3052C52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3E458C-870F-696F-3313-8CD09EA89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28B526-ACA1-483B-0C44-B94FFC4AE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19058F-4FEC-96AA-4B6B-4625A669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185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B33AC-8AC6-3963-CC17-059E2A3AC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72C021-07DC-3620-65DC-1CB46FEAE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3898BE-BED9-5F93-B5A0-3646614B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37DA7F-C327-7147-23D5-BFEFA599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D46792-2F94-4AB0-6259-3ED5B6F3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2999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0E9B8-4210-C842-FFE3-2A7222F1E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A94949-D482-D5C6-43A6-06AEE340D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7C90A8-CCF5-679B-D2F4-1AA99064D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F5E13B-C02F-2CF8-07B3-ADE80CBE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50FC98-A996-2BD5-DEEB-C336B5AA1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6878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8DFEF4-1674-3343-B885-A7D45D304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ED100-E7B7-DDCE-C644-381A53487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39C7400-7518-DE88-EA4B-710E41A36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32D5ED-29E6-CE5E-2914-359B480E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610A4B-95DB-7C98-672A-BFF78F506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DB3E80-BE53-7958-35E4-9D1D575D2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27226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5D53D-3216-15ED-2842-979799E3F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73DDBA-E8E0-2EF1-E282-2715D651C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C9B458B-11C2-4727-24EF-C07F591FC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9CB93AB-DEFB-76EE-3EDF-FF5513989B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E6DBC2A-55C0-398F-3A07-EAEC0BB63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1B87D44-AD2B-F40F-94F0-32303C31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373118-88E6-8C8F-9D57-5BF959918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038EFC5-1C91-70CB-EBEA-6FB500EA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0498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57C3C1-C372-DEDE-A32A-91C02807C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0809B2-A478-51AD-6C9F-0DF8D728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95E869B-66D1-3376-D2D8-C0CE8456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EC9D65-5010-40D5-2CD5-0A623ABB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778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6956187-D7F3-E4E2-7A98-6A6B90B1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2431B52-09ED-3AAE-7C3F-55A5A7C2E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5E1236-D861-CC51-11C6-7953CA52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396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8E315-949B-BB55-B4D9-EB428E791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FC8F14-183A-3E69-FA2A-C5A4F1494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55C631-DD87-B34B-DB8E-C03F5ED517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F12EF6-7232-FE65-E7BC-8A6A0A53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D8A876-D45B-3068-408B-1A856863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A43EC4-4AD2-9071-F3BD-CDA307BB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2641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5D231-4151-30AC-5278-EDDF4CB96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6C3746-56D2-4685-088B-6EC326D14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F87B0A-487B-7B9F-D70F-565852894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F8BE50-D792-913B-C2DA-7C65A11D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252319-00C3-9507-D28A-C1253F1F3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C58753-7E6C-1DD5-C89B-CEA1C8A9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971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185409-3327-8B22-44E4-951186BA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EEF083E-B92D-5C57-4A64-FCB7A84984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DD2614-D273-1C98-A25D-14425AF70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CE9823-03C4-BE4B-0741-10925F92C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598E43-F0D8-8BB1-A928-605E38D21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08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125404C-9C2E-A3D0-B899-43248A8F8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1C03CA-0FD8-D6E9-FDBF-8F39260A2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302774-0680-E06C-ACBF-0E67A2216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1FDA2-B349-82E7-68A9-9C99BD1F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2A03F9-4CAA-1701-B887-A25CBFDF0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5016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4471DF7-DFA3-B0E3-A022-1D7541CF1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455405-28C5-1679-F354-8F84DA22A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E39C18-9A8F-FE45-B42C-0E1BB4FB1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CEF771-0A36-4532-B9A8-EA8B2674EFF4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250742-7E73-230B-A973-DB44F4E2B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627B37-BEF1-471B-A0EF-B0F83FD67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978B7-5902-40E9-96FE-6240964A1D9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541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262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C950E-1E42-549F-364E-76DFA972D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681CB96-8D30-5D2A-208F-9667F6997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300"/>
            <a:ext cx="12192000" cy="669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60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E59F2-A271-AE46-E460-A5BD74CF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A20A360-7CA0-E93D-2B96-ED5DDFE5E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853" y="1674132"/>
            <a:ext cx="10917174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7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1A059-91EE-BC89-9FC8-932D0B87F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46A34EE-7966-1EC4-96B1-435919AF6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668" y="0"/>
            <a:ext cx="88966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298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6E2D0-4A6A-517F-B44F-2EBD844C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679056-0686-832E-E6E6-321F7ABD1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2" y="899759"/>
            <a:ext cx="11431595" cy="50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52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130979-C093-0834-52CB-FD9553C54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4A25729-1CF4-6BA4-83C3-CD95A47DF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4" y="785443"/>
            <a:ext cx="11336332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030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FFCA4-78A2-F2E9-4E31-0F547895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0E22712-4C7A-937B-4A5A-E98A2B52C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13" y="0"/>
            <a:ext cx="109075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86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CEF08-95B2-95B0-D59F-3D21D12A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E6F850A-098B-D839-2676-409A6BD8A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38" y="839859"/>
            <a:ext cx="5455506" cy="52029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485073-397B-4502-9E5F-19DCA315EA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349" y="839859"/>
            <a:ext cx="5090301" cy="517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3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A1F2C4-DBEB-11C1-4E62-FF913E686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C2F4AC-17EB-E3A8-83C0-98D299600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766" y="704088"/>
            <a:ext cx="4488683" cy="579729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5E1C6FD-A0A6-7910-68FF-3281F3B08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4286" y="704088"/>
            <a:ext cx="4866295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63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222F9E-CD23-00E3-FDC7-24E2D6C65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7B2C9F-A099-1E5D-1174-65DC6790E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1439"/>
            <a:ext cx="6359652" cy="36019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3ABCB3-0EF4-F7CD-8464-09CBE94F2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997" y="1131439"/>
            <a:ext cx="5739003" cy="383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368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46492-DAC7-31C9-D5EE-E9F8CEE1A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B5C046C-899D-934C-C3E2-C2A4F5B378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374" y="1310158"/>
            <a:ext cx="5204460" cy="350616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A7482F9-F6B5-4FFA-ED35-FBBF57D593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0904" y="1310158"/>
            <a:ext cx="4751837" cy="378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97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C3D14-F02F-24AC-972B-1DC65538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9476AC-8ECB-3549-90EA-612BF492E1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483" y="626799"/>
            <a:ext cx="7503033" cy="263351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43394EF-829C-BDA0-0E3E-4F1546D26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483" y="3351754"/>
            <a:ext cx="7503033" cy="278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02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80730C-64DD-5AE4-DF6B-F5F4A0C1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DA3A649-58AE-1A80-1EFD-6D2ABACCDE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866" y="675700"/>
            <a:ext cx="5888811" cy="2506607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77EA34E-F180-6BF6-8784-9B3836819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847" y="3429000"/>
            <a:ext cx="5734850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35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A1AB4-5B6E-FDB7-D87F-0CB53D9A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86FDFBC-04BF-681D-353F-D985DF9E5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706755"/>
            <a:ext cx="8743950" cy="26098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9C6D3C9-95FF-4707-282D-09F7542FA6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2150" y="3541395"/>
            <a:ext cx="826770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3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150A01-28F8-F46F-E936-D45D78537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DBE9AC-A1A8-7333-8F57-F5AE5935E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32" y="777240"/>
            <a:ext cx="6307672" cy="231216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FD0DBF5-6279-F451-66B0-7521EAB69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312" y="3494760"/>
            <a:ext cx="6701112" cy="25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4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E3C1B0E-CD97-4A95-C041-DE9B66D25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28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Panorámica</PresentationFormat>
  <Paragraphs>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21</cp:revision>
  <dcterms:created xsi:type="dcterms:W3CDTF">2026-10-01T16:55:22Z</dcterms:created>
  <dcterms:modified xsi:type="dcterms:W3CDTF">2026-10-01T17:09:57Z</dcterms:modified>
</cp:coreProperties>
</file>