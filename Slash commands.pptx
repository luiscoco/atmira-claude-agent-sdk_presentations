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4F6D2-C4D4-0201-9E80-3A55D7842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401B94-FAC8-C748-FC33-CC4F9E76E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147A13-AC18-0B08-0C8A-59D32C3D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3F57B-4037-0FA6-C57C-38996E7B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9F1F26-BE63-4F6C-0A3B-8B0315D7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2111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EB049-21B0-12B8-F54F-F9F9C877A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57CFA7-E01B-0CFB-5DFF-80CD63590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658F7B-D6BA-1B56-AC63-1C9A7FD99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578DB5-7DB3-9C8D-3799-CC1735F0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E473A4-092A-4DCF-8FB4-20030114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002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A5BD0-E80A-F165-F2CA-A35D60D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88557-090E-B33C-438E-70AF36416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C1CB31-DACC-8ED4-78C4-0E080839D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53923B-F305-A8D6-8BFF-3F0C0A87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0AE727-7418-B388-4E25-59046AFF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901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AC6DB-E9D0-8C73-00A5-5B51E1D8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26F201-BDDE-269E-FBB4-6E655F5E9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B95762-CF7B-08FE-3869-5B61B2E34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5EF766-C506-3457-D851-AF2717CEC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D14565-E6A6-B5E8-8CEC-0A8A2D51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3B6EE1-08FA-9349-8447-AA6C3E34C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186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8C8A0-9A48-6DC8-408A-BAFEDA5A1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639CE9-612D-51C0-DF3C-96EC286A0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0C067F-5C46-4BB9-DD4E-ED47E3D79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21F102E-4BAF-705A-F357-64A6B9680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871AF8B-7B6F-51C4-DF63-72A846CE7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F312DD4-05CA-C0FB-7E85-1F4A6F04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99F66A8-62A6-A0AB-669C-AB68AB355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727404-698B-75F5-2F8B-25CC7122D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502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729E5-64A2-C880-E319-52E18725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1986042-333E-7A83-257E-E520258FD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DAA877-5B13-CC08-BBAA-C5E43AC90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763951-2A73-02D2-C926-E5BA3E12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8345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89EFA7-AC91-5906-23FE-3275FB22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2EE25F-6141-DA53-DF70-2AC7A7C5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F4236D-3036-BE49-2E3C-B334249A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769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0CD5F-B078-0ED3-5A62-B20D84FD2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107739-A731-A170-1F77-49D22E1F7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8902AC-974D-0518-00AC-7F8C5AE03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45539-54E5-F18F-A275-BB3177CD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78C05A-D65D-2D72-D6E1-FE7D7227B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4B7261-68F3-4D32-B46A-3A1FE7AF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1687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03028-51DD-ABC6-92DB-2A746151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C5899F7-A38A-A8F9-24C8-006F54C9D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B9DDC0-89C7-685F-768D-0931364C0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B8818B-3443-007C-4E41-832195696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98E847-D302-3A9D-BFE7-E21DB241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2B8461-C1A7-255D-2ACC-AA0DD94F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9016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2ADDE-9047-11B4-73AD-26A83BEA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F521D5-F265-7DDF-490E-AEF05D234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A0CDF0-2D48-0F0D-2BC6-A5438556F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AEA33-8204-448A-656C-A24BBE0A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62979-A5A0-F6FF-5CD3-08C43185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998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79279E-5C5C-E891-055D-280D45CB1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8F600F-3E75-E9C7-1C66-4759B22FD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5385F2-0371-2586-DB11-A3BA6771C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1AE3D4-086D-63A6-D031-499EAEA4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DF1B3E-B967-D40A-04BD-84A2305F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190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5B8F5FB-8390-CABE-032B-642B3B2D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B3DCFF-4C29-759E-C368-367A20E09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0520DF-97E2-B8C6-EE59-07D1B87BD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2AADE-481D-4DA5-98B7-D3C88F9D14F0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36BA7D-20E2-0D1A-D3B1-C18BDACDB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2DB0C6-F019-2656-8893-2BFDD42E8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3FD7F-E40E-4284-B310-352CAB96E81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848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601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B6732-F0F4-5D2E-A1A1-D6DC0CEA1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EF5D218-02CF-C829-5592-08CBDBB85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36" y="0"/>
            <a:ext cx="116943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04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5AF85-2D0B-E5CE-5149-A10DDB0F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725D388-EEFB-EC10-2753-7D2C73924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236"/>
            <a:ext cx="12192000" cy="559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9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DB65D-F06E-3942-7AB7-B5F70024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3788139-E0AD-D99B-A03B-380E3CCA8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44" y="0"/>
            <a:ext cx="107629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60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410AA-2DD8-EAA6-2B91-94663994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CE4E8BE-D29C-A901-092A-96B42A6B8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8875"/>
            <a:ext cx="12192000" cy="516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1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4BE7-DEEE-8DD7-3628-CC1BE758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42DD3B1-69CF-F175-046F-2E20986C1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720" y="0"/>
            <a:ext cx="78525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3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DEEF5-C632-A859-6284-3AA7FAFBB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B60289A-D998-6D0A-683F-DBFD3C8BF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477" y="1042416"/>
            <a:ext cx="4937687" cy="46485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5A1D172-33E2-E5AB-E2B0-DE356EE77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028" y="1042416"/>
            <a:ext cx="4202215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36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46EA9-772A-2E00-EFD8-BC6A27EA7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3E778C-9B8D-3923-36A0-BF485B648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0" y="751840"/>
            <a:ext cx="4411215" cy="55372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4BE041-A1CF-F8EB-55FF-19C996DAE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758" y="751840"/>
            <a:ext cx="5179534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FABD3-D087-88E6-1ABD-46426B56C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3601F50-239F-1C0C-E4B3-858A3FB42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120" y="1318477"/>
            <a:ext cx="7985760" cy="422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8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4DE51-1082-B0E7-BF47-5BB23AAB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EFA96F3-3B40-A06A-3EE9-CB90B2E77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872" y="1404777"/>
            <a:ext cx="7248906" cy="404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77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E59BC-226E-14F3-1EC2-7068B85D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96BEEA-5D9C-10CC-DE73-CF27F7016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40" y="1415805"/>
            <a:ext cx="6066790" cy="402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92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72900-EB97-141A-976E-B9B921EA0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B1AE3D-CAF1-CADF-51A9-7BEF5552C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" y="1645228"/>
            <a:ext cx="9240520" cy="356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25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448CF-D602-319C-85A2-94653CE26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1EF14D3-CD93-97EC-5793-64DC88A95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881" y="1705229"/>
            <a:ext cx="6741693" cy="329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43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7D771-C6E6-ED93-1D5F-047F0B54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0FEF10F-886E-57F1-0DBF-764CAD414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243" y="1524508"/>
            <a:ext cx="6039993" cy="363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048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5F71A-9387-0B43-3A14-91A4E888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6657CAE-A582-7E8A-3483-F12BB0E29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055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Panorámica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15</cp:revision>
  <dcterms:created xsi:type="dcterms:W3CDTF">2026-10-01T16:38:10Z</dcterms:created>
  <dcterms:modified xsi:type="dcterms:W3CDTF">2026-10-01T16:47:19Z</dcterms:modified>
</cp:coreProperties>
</file>