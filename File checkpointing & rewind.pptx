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57" r:id="rId6"/>
    <p:sldId id="258" r:id="rId7"/>
    <p:sldId id="259" r:id="rId8"/>
    <p:sldId id="260" r:id="rId9"/>
    <p:sldId id="261" r:id="rId10"/>
    <p:sldId id="267" r:id="rId11"/>
    <p:sldId id="263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5CDFC-8826-B464-43E0-244183FE0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E7D970-DCF7-F80E-353E-2584EA171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61CD99-833B-E9F2-CE9B-09A70371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BE9C33-8F83-C46C-4BCD-646F6212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CE21F1-0EF9-1CDB-D4A7-E602BCCA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73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B168A-6AEE-347A-5D03-71CD72CAA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00093C-B7CE-0737-765A-086B73BE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CEA936-D8DF-E69E-AEDA-1140CB52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C47096-BE53-C05F-1BAB-17168524D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D02931-C0A4-4A9B-AA1D-F0E3A11E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789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50166-8AB9-0A53-5088-389088CF7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AF4748-BAAA-A99D-479F-A0DC28914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6E5163-D039-CA0D-96FA-3A3EC3613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0020DE-A778-2BEC-E306-FE6FD7FC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4AFD78-7EA2-2E07-63EB-F3F08633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548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D5454-F509-DE2E-60C3-B0C52EFE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C78A52-BBC9-9634-B1C8-55A0E65FE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921850-868C-32C9-5CF7-1922BA804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88C86C-2BA2-58E4-9C68-2849A145C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AD4543-5222-AC32-271D-7F8EF206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40C715-2E01-0F85-E9DC-2394D348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702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68B8C-5A2E-32C9-7F8E-C148AF7DA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B10C52-5CCF-EDB8-1E37-214C408A8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1BC537-E422-45D3-1328-362C3D9DD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629494-8542-0921-718A-1E9ADDAFE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DD4D7C-E433-E6DA-492E-4768AC93F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962791-B05D-FDF4-C30D-23E0E6C2E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632886B-7D91-A116-131C-F7C23262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BA1E38-8D9A-7B89-A33B-DCBD4129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38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92178-9382-FC90-C485-C0051319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D4CE4E-8074-962B-A266-85791EB6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0C0099-2FEC-D445-E1F3-0A04218B9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D34B4B-664F-C7FD-8A6F-BD894E81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877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B0C040A-0D18-8E30-6BA1-7FDCC632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485312-BBAE-3733-1FB8-ACA56CB68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7E0E7D-89B9-777F-07F5-980949EC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71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69413-254B-AB20-5FCB-022109FB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6344D7-E0C5-294E-1D25-B07C752C2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1688FD-0690-BED5-3C60-9CAF44E1A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FD4012-2B0D-4444-ECC9-BABFA3698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CA96C1-B970-6492-C41F-C59ECB72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44A2E4-CEF9-03E0-FBC5-46563B1C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37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42BFC-DAE5-2B46-8A6D-F1FCF0005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2EE9734-2645-A833-D255-A11F8C02E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397AA8-6463-4CB8-AB5A-E925CABAC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A0578D-8B50-33E6-C4C5-8A76EB25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196179-5232-5E34-C42A-6373AD2B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35311D-8B9A-1A2B-FDCF-736BDE8D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496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F587C-B55D-0BB4-3836-587BB574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7EBC06-CAF1-36FC-FB23-D3F9FEA4B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153049-71A8-C5FE-1D75-5B8584EC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C49EBD-7BC1-10CA-89A0-79DCCCC43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170061-5EAF-ADF0-06CE-A93D7778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1252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5B6F44-1EB1-238B-341C-627062E21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A52F48-A3E6-16D9-E4D0-6AA3813E3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E6E791-D52D-B80F-A5A6-B28FCF93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F7DCAC-7B85-ACE1-BC5A-810CF72D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A8BA7D-B219-D4B8-680A-7E2AB0311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612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4BE1199-FB04-EA72-B3CF-02B2E309E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2666B0-056A-DFB9-5EBC-9C6D6B8B3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5DE9D0-577C-B94A-FA62-198636B5F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CAFBC-2CD9-47D2-A3BB-11ECACCA890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E8F3D7-968E-D707-BE04-7E7988694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371ED6-182A-9204-7668-D63674BAF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3C9BF-3EF8-4654-BD2C-A2A34416D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674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08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039A-85A0-3E8E-9426-9A9134E1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A781054-2B1A-B945-D9A4-A95067786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557" y="0"/>
            <a:ext cx="9924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9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D265-E94E-E61B-22F3-65F4AD95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B5A658-7861-0A3F-ED3E-9241452E7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" y="0"/>
            <a:ext cx="12003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21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D5FA-44B2-6E30-72AB-D4FE2A7C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1F3AF2-A2EC-F6E4-C3AE-F71234578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831" y="0"/>
            <a:ext cx="9646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35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AB04A-7D6D-03A9-5847-583EC10EB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42A304-E8CB-82D4-84E1-CBF6FF7D3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1316736"/>
            <a:ext cx="4772348" cy="41422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96D56B0-6E5B-0848-8376-909C7B3DA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251" y="1316736"/>
            <a:ext cx="6440789" cy="448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52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8BC49-338B-0095-2EFC-DA33DE484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200FF2-B96D-2186-1DA2-FAC5A7B31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647" y="1125030"/>
            <a:ext cx="6025897" cy="485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6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EE0E9-FCEF-5BCD-D351-A5E941EE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7B3AB1-7716-6EEC-37E1-5D7185786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693" y="1428750"/>
            <a:ext cx="7190613" cy="384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6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67C0-B3C6-F6AB-638D-321739A1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765A5D-A93C-8239-3A52-D3D050FB2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328" y="1264365"/>
            <a:ext cx="6664452" cy="432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60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8E3A-FDD7-F054-2C4C-5EF08CA8A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B3EC62-F435-DB53-063B-D20F42649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0" y="1162431"/>
            <a:ext cx="5210174" cy="418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73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4A058-BB5C-3B97-3EB7-66AB8E2DE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BF28063-933D-8141-74D6-A0B732421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399"/>
            <a:ext cx="12192000" cy="30966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0BBA166-632E-D8B2-48B5-38659E26D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504" y="3591294"/>
            <a:ext cx="8936736" cy="302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52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134B-9653-A11B-79C5-64D83FCE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16C41F-D820-3C16-AB73-F16E5BCB0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319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16</cp:revision>
  <dcterms:created xsi:type="dcterms:W3CDTF">2026-10-01T15:38:51Z</dcterms:created>
  <dcterms:modified xsi:type="dcterms:W3CDTF">2026-10-01T15:48:11Z</dcterms:modified>
</cp:coreProperties>
</file>