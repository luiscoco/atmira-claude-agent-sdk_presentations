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58" r:id="rId6"/>
    <p:sldId id="259" r:id="rId7"/>
    <p:sldId id="260" r:id="rId8"/>
    <p:sldId id="264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1A418-BD26-0A45-8632-B667E2279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9C0A37-DA16-80EA-CA51-0E19F0F3A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B98965-C75F-639F-9FB3-65198D8B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8A5605-4F4B-4D43-39D1-E220BFDC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7BB237-B7F9-0BCE-4067-901870B6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18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7616A-2E98-058F-A138-B11357569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269D9B-69BF-B530-AA0A-E8A7C841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9A7CBE-BBD8-D536-B2BD-FCD82FCC5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EDB1E-F0BF-8252-8D26-017180B37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BC4CD1-BEB8-1202-D892-C4697CA1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2404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9E61B-330E-6D1A-2C7B-D2BCF1BAF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1EAD87-05E3-3E70-662F-F919AB39B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D1569E-D06A-9CCE-2ECF-9AE58BEA7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C86FBC-F992-A9EA-2702-65D709550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E03B6-C256-4C65-E9BD-230DE869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181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88B48-C0D2-1022-15FE-88B19E781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AFA63E-CC0E-DDA2-BEC4-4705A5767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89BD1D-A0AB-5EE6-BFC0-12978D712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FF4339-99B5-549E-4F91-F0EA4B3C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89AC21-3BD4-5335-4B4A-CCE9485FD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C98325-49A4-923C-0F6E-E59B8BCB4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6517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127F29-635F-43C0-9724-0409F059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B45ADC-921E-AB2E-1A39-12B813C6D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14A1389-EC42-158E-DC18-4C041783B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94FB7CD-7C97-84CC-6F8A-E4D6D1E73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21A7B1-7A8E-9556-57AF-7A6270F7F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859DC71-1CC1-968B-ADAF-4CD5226B4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5346724-7071-9E7E-9B7D-2DDAD856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0F9F48-E3A4-63D9-38E2-705F2DDC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260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4F27B-8411-3294-CEBF-4B40F6F5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E1FEFD2-5F04-EBE0-E472-54C008C86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32FCAB-33AA-D804-30F9-CEBF8C0F6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35D76E2-03AE-4BB7-C8FC-64D295BF1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7327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683A111-4F51-D649-F2B2-F04DD42FC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B6B611-D6AE-BFBB-583D-748AFE3E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B0C96D-66CD-696F-AEB6-9DAF6AA4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647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508020-9EEB-0B7B-3252-EF3BBDA2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E2F7F2-0D4F-3FFB-B3B7-A3D0B2520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3320E35-1FBD-00A5-8228-C6253A68E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CF90F38-7781-63D6-6BBF-B6C51D79F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7563A4-CF2C-8B66-A5FF-7F91C8F7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0867DF-ECF4-024C-1D16-D47D07C0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4228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11F38-1D9D-B66B-267A-ABEA4744F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46CC64-FC20-7A4C-C663-08E236175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E2C70C-5184-98C9-738F-CF1ED3B29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2D1226-196C-482B-3346-722522283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8E16B8-F3AC-C8F7-1E54-A69C5AE8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11EA4F-50D7-EE0A-00F0-0E5E28FE3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145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A65A1-56D4-D217-4717-8AE6EBAA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75D019-0013-E822-434A-D218B3319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4B490-225A-F271-EC09-97DE4E1AE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0D0D1-37B2-6C16-1597-A12AA5E2D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4AB5A3-B8BB-6520-AC78-F54161A2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725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FAE093-AAC2-E05C-C5AC-AED105A4C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9916E7-0BD2-70B6-9A11-9F1A0950C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AC1955-639E-41F9-B298-43CFA6234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64BA8C-69DF-C97A-86D7-05EEDAB8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B0136B-84D0-7493-AFBB-694CA2B1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109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F0C842D-A92D-6112-87B5-A256424B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BE5E7C-F190-65C6-ED74-BE7777C37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B962A4-9FB7-40E4-80A6-03CFD3ED23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FCC1F-44A8-4F6D-B16B-C0FD00E5E895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4712A6-B2A0-AEB8-2D63-9368534D4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ECCFB3-FBBF-BCC7-9FB6-03B98DBB8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061A35-2109-4843-A67E-23F8F62403A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9301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506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E9356-FDB1-F84D-966E-F21FD1664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25560D-D35A-3BFB-5738-A1AFC391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544" y="1247470"/>
            <a:ext cx="11364911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09B02-9289-7AC0-E756-6E883C415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6205EBD-30EC-D085-F9DD-52CCE6718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07" y="728285"/>
            <a:ext cx="11536385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888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4CE77-49B1-023C-62CA-97778AF83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B9BAAB-5867-E7E4-7AB4-DF030BE86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39" y="280548"/>
            <a:ext cx="11441122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47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C7440-3922-4053-A821-6A4C0B23F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14EA04-074F-F30A-05F7-9E046F617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1439" y="1318532"/>
            <a:ext cx="4524437" cy="448355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16E3C7E-9016-A565-D17B-FF3F7328C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120" y="1318532"/>
            <a:ext cx="4606290" cy="392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1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CC51A-1E05-CF2B-D112-1DC8B3CB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FAE871B-E0ED-D031-A35D-068CAB01F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7" y="1231816"/>
            <a:ext cx="4398265" cy="41701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945AE9F-B38B-BEBA-9F97-A20BA403ED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9161" y="1257801"/>
            <a:ext cx="5452010" cy="38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85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AA8E-F202-38B1-223E-08942B34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92C387-885F-066A-5998-FC7B647AF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23" y="1447900"/>
            <a:ext cx="5287277" cy="417777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3ADC9C5-BE88-DEFC-88EF-ED7255653A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215" y="1447900"/>
            <a:ext cx="4965706" cy="432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281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F234-BF16-D071-2DDF-8826DA6E7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EDF466-C496-7594-AC3B-BF410803CD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81" y="1582653"/>
            <a:ext cx="5237783" cy="431763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F84A7D3-2A0C-C0BB-425C-0A735739CF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726" y="1582653"/>
            <a:ext cx="5707193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149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2324A-CB2F-7852-7CEE-A3C6B055C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4AFBC85-7774-19FD-D231-D36C074E8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693" y="1637497"/>
            <a:ext cx="6950844" cy="385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66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CF302-112F-83FA-6C86-C99F1E3F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E2E685B-082F-DFFC-3635-4CBCB370A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017" y="1673536"/>
            <a:ext cx="5852260" cy="389210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B1D03C4-D4E6-3889-33ED-7BEF349B54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52" y="1673536"/>
            <a:ext cx="4807653" cy="407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3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87C8-C6E6-6C83-55F1-EEBC6AEFB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984549C-B8DF-543E-8280-0C4158B89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2393" y="1196540"/>
            <a:ext cx="4804641" cy="446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4844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14</cp:revision>
  <dcterms:created xsi:type="dcterms:W3CDTF">2026-10-01T13:53:20Z</dcterms:created>
  <dcterms:modified xsi:type="dcterms:W3CDTF">2026-10-01T14:02:23Z</dcterms:modified>
</cp:coreProperties>
</file>