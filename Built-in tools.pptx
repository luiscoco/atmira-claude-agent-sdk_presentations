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57" r:id="rId8"/>
    <p:sldId id="258" r:id="rId9"/>
    <p:sldId id="259" r:id="rId10"/>
    <p:sldId id="264" r:id="rId11"/>
    <p:sldId id="265" r:id="rId12"/>
    <p:sldId id="260" r:id="rId13"/>
    <p:sldId id="261" r:id="rId14"/>
    <p:sldId id="262" r:id="rId15"/>
    <p:sldId id="266" r:id="rId16"/>
    <p:sldId id="263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2EB5F-CAD7-9CF9-1A9D-32FA22B56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BA90F7-DD92-060D-9208-BDE035051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654816-11EA-2DCF-D76B-2AE43DDB6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3A94-F4D0-44B3-BA45-EB9E99FA0F4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A4D184-6030-8170-4AE5-71823921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B5CC3B-74A2-B662-31CD-7D513501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8E85-A992-4825-A29E-1AFBFA9633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5206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E219B-A32D-A3A1-80E3-3625520B1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5C279B-B651-B643-6DBF-117126513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87F56C-7C79-6950-2488-65DDB1B7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3A94-F4D0-44B3-BA45-EB9E99FA0F4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73A302-C551-E6E5-9E33-37FC46C22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0B2C5D-B798-8AAC-3188-70EEDB1A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8E85-A992-4825-A29E-1AFBFA9633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2435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66F27-0EFD-C801-5096-80ACD4B5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93A929-04BE-0638-3C3D-2E94DC18A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AF3468-99E5-6746-8DDA-353310546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3A94-F4D0-44B3-BA45-EB9E99FA0F4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09DA3A-ED51-E572-32B3-4D78313F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757B25-49BB-4B63-E74C-15A81CE7F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8E85-A992-4825-A29E-1AFBFA9633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9167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9E1BA-EA47-AD17-DB35-9B4C83480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596EA9-8016-A41E-D65C-216735158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227E1A-40AC-5C12-D539-82500D7A5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DA7E5F-A65C-5984-750B-492DCC5A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3A94-F4D0-44B3-BA45-EB9E99FA0F4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D3A594-61E0-A09C-DB96-D26E00E8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751D0E-ECB2-97D0-1E31-37B44439F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8E85-A992-4825-A29E-1AFBFA9633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20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42FA9-C7D5-2CD3-917C-731E0271B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AB198-510B-EC1C-7CCD-4AA3BBA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849B125-3255-38F3-4701-F06D8C804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FED4A89-E1C8-46CA-E576-238F25867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2039D6F-FEF1-DEC5-94A2-C2D330C3C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3A72810-F99D-7E0D-5A36-61E94EC9A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3A94-F4D0-44B3-BA45-EB9E99FA0F4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09E8C9-D0D2-9478-78A7-F9FDA58E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A184FBE-7735-A01E-7AC6-D67BE7F8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8E85-A992-4825-A29E-1AFBFA9633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6877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9F289-1C05-D3C0-6ED2-5E07AB59D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BF1DBB-4732-7034-CFBA-117D9E27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3A94-F4D0-44B3-BA45-EB9E99FA0F4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94B70C2-5470-AB11-DBB3-FC64BF4A1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8DECD1-C85A-E183-83C2-B6FE8C016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8E85-A992-4825-A29E-1AFBFA9633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0673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F0F8DC-D0C6-0038-7DD2-63166C790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3A94-F4D0-44B3-BA45-EB9E99FA0F4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DF7D2D-C7AB-5600-8591-C6AE400D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9D490E-8D42-0A18-45F5-975EC48E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8E85-A992-4825-A29E-1AFBFA9633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72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E4669-154D-410D-12F7-28D7898E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839CC7-2D2A-516E-C09C-9D11C7BFB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B72BE9-A48E-0F56-E611-7FB3AF220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09C293-955D-9B13-1457-2D7C7A6D3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3A94-F4D0-44B3-BA45-EB9E99FA0F4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FC99CC-18AD-3CD5-7E6C-AADD00721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47FD73-B701-1D40-8956-B9147817A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8E85-A992-4825-A29E-1AFBFA9633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2712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AB101-3992-7EAA-691E-DEF0CED36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C956EB-9B3F-D047-BEAF-B79A97655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B887E8-57B3-B427-E321-3149B95E4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9161F1-D4EE-35D8-D35E-CDACF9764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3A94-F4D0-44B3-BA45-EB9E99FA0F4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6F5C58-11C6-E986-7ED9-25ED82FFF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459685-6DFF-004A-3B8B-E13F0143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8E85-A992-4825-A29E-1AFBFA9633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294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585A5-4492-A30E-5025-50331929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776D62-3132-12C3-3BD5-F3069791C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529B56-131E-0FB9-E537-2A2686F2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3A94-F4D0-44B3-BA45-EB9E99FA0F4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5CE627-23E5-B520-F1A7-BC4A6DC0C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CD1721-1C0E-246F-7BA3-43928AEA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8E85-A992-4825-A29E-1AFBFA9633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563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001B46-5A26-00B9-27B6-64D874F83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752821F-C306-641C-087D-47293D138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F19E98-C263-E440-1BEC-0706DAF49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E3A94-F4D0-44B3-BA45-EB9E99FA0F4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B0C6CB-E31D-C85B-F05A-C234E0590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EA2536-EABD-76B3-EA76-C8A9BCAA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18E85-A992-4825-A29E-1AFBFA9633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953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E2A3CB-A43F-7A8B-4AC2-3FA5E339B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0B6AC6-E00A-DDFB-FD2F-45DFF494A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98DEB0-71EB-BABA-5CC8-0E6827C70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E3A94-F4D0-44B3-BA45-EB9E99FA0F4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443FA1-45F9-29D6-D59F-1FE772FC9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EA84E9-6464-54C2-EB48-99E444E5D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18E85-A992-4825-A29E-1AFBFA9633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562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5254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B9E92-9BB3-BC53-D89C-94B1EA75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0C861E3-96C9-5918-1A56-DCA07E567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419"/>
            <a:ext cx="12192000" cy="654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85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6E93-AB64-74C2-92B8-DFDFC7A9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052CF30-E2A0-A430-5093-6A4202FAE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512"/>
            <a:ext cx="12192000" cy="638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5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BEA63-EBF8-3797-BBFD-CC14CBA5B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37ABE3-44D1-759F-5EC4-71786F4FC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363"/>
            <a:ext cx="12192000" cy="54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894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69A560-1A41-4806-3B16-88C3EBD0E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561" y="0"/>
            <a:ext cx="8638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54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A4A9D87-ADA4-F5E5-B830-E128A50C4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38" y="0"/>
            <a:ext cx="111661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5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B4FCA-3082-6B81-8493-AE349582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78B5F7-4A3F-9BA6-9CD1-EA4D627BA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15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351BC-A653-CCB8-A03B-5DA2D132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860442-96CA-3A4A-2570-010031F91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7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435CC-34C0-0358-8EB7-101D29195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5FF3B45-94CD-46A6-235B-D2D533663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573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8FE7-002B-E996-B91C-242E93AD6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4369984-C8F4-CC6C-2A0C-FC0CC4FA4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15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C4A28-B8B7-58C3-EE05-9481F2FCE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69C203-A30B-3509-5E71-FEF00DC68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51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A791D-917B-989A-ED39-36E7849A6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47D63FA-CD3A-B043-43A8-28E70A66C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91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1204-C059-5197-F0E5-2408C764A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DA9DC88-3BE8-CD2A-0447-2A33E3957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16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2160C-A61B-20A7-EC54-12D6CE4A7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5836A4-6950-133E-86F9-AF1702C3D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752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AF0806F-7407-6B4A-39FF-8EB593F2E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455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C8EDE-38A1-52D7-AC5F-CB5870E61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0C5F72-5BBE-AA3C-0135-7F6CF2C94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8614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Panorámica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17</cp:revision>
  <dcterms:created xsi:type="dcterms:W3CDTF">2026-10-01T11:22:09Z</dcterms:created>
  <dcterms:modified xsi:type="dcterms:W3CDTF">2026-10-01T11:42:51Z</dcterms:modified>
</cp:coreProperties>
</file>