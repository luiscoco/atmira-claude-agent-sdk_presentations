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3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8AA89E-6EDF-AC93-B11F-8E65D9815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824EC4-12D6-A429-23B1-FBE74B5E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54EEF6-F09C-AED7-E334-CBE37467E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B4B3-260E-46AB-A30A-20A0BFD86E1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94D4DC-7EC4-5E2D-64A8-4CF6E87F6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18E7C8-1A04-C327-DDF5-AF604F94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3033D-BC38-4BB6-B450-DFE7731133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1676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6D3B78-2028-798B-9FAC-1C806299C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C49B97-E904-502D-2CB0-C5E51E40B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BCF114-4D5F-FFD9-C7BA-C7D35DB4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B4B3-260E-46AB-A30A-20A0BFD86E1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59498B-8B3D-A129-FA7C-F0AA56626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F2DA49-7F79-D7A0-4EA4-BD95C9A6A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3033D-BC38-4BB6-B450-DFE7731133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1541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2FE86-BA64-C09E-1EEA-FC8C9C3A2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C22295-5759-74DF-9732-FC0713B30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6325B1-ED1B-6DCB-D8DB-BFAF44195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B4B3-260E-46AB-A30A-20A0BFD86E1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D7591C-EF60-2A15-EC75-4A1E112EB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23771-CFD1-0C09-E4AC-815D7705F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3033D-BC38-4BB6-B450-DFE7731133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6871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94DA36-4759-7EC6-BD12-AB11A6C98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A68448-AF99-93A3-0576-93404D2605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6A0F98-B884-C83D-B9E5-F0C2E07BA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90292D-FBDF-0CCD-2033-F0BB1583A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B4B3-260E-46AB-A30A-20A0BFD86E1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EF41E0-7001-4237-AF77-D330088F3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88F9DA-F358-573B-003F-B25071B07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3033D-BC38-4BB6-B450-DFE7731133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269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4E36E-F661-8F5E-962D-A835C9581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6C2634-5631-BBBB-7120-439BAD132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7648B6-ED0B-3D3F-7E46-D428F13EF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A541DB6-6E12-F2A3-8F0A-4441FABD1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4EEFAAF-15E4-A2A7-E4BE-CDEB831EE2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3096014-2C14-0A38-C840-DBCDA613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B4B3-260E-46AB-A30A-20A0BFD86E1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9CE7A1-5106-B040-DC81-7F2101D75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206C0DF-B5DD-4270-6154-7F912FF6D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3033D-BC38-4BB6-B450-DFE7731133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605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56001-AB4A-9D38-47E0-22AB5CA61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74573A8-493E-AFBD-23A5-91CFEFFFD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B4B3-260E-46AB-A30A-20A0BFD86E1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FEF6E85-BAD5-89EC-F54F-10F287FD2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C75C756-8626-3434-D4B5-E9696D101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3033D-BC38-4BB6-B450-DFE7731133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231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FFB2AD4-AF01-77D2-4FA4-2DF28EE22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B4B3-260E-46AB-A30A-20A0BFD86E1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6814286-45D1-9EAA-2E49-FB2753E99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45CAE1-F6D2-A7B8-4A14-2DB7B2A81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3033D-BC38-4BB6-B450-DFE7731133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441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014DA1-1D3A-0FDA-79D3-306189ABF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E6AF27-9619-7DB8-6461-B73917B3C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ED2B977-0B15-FF01-AA75-0C6FB3ABE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A857F1-A212-E90A-B399-9E70F18DE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B4B3-260E-46AB-A30A-20A0BFD86E1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CA50E16-DF98-D853-586E-04BF6D49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779D8C-8F24-F58A-26E4-6FE981521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3033D-BC38-4BB6-B450-DFE7731133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9391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A05FEF-9232-9704-7102-6DAE058A1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DCBAE6A-3106-03CF-6E53-E07119334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2C664D-058D-0221-AEAE-6DA3AFFB8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738358-918C-AB16-701F-E2EC08704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B4B3-260E-46AB-A30A-20A0BFD86E1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9B8CF2-1476-AFD8-27F4-30C7243B2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72BCFC-DB14-5591-4763-AF55F0045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3033D-BC38-4BB6-B450-DFE7731133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402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D4380F-9100-9778-9975-C8FC51617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776219-52DB-36F3-D687-F16F6315F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2737A8-AFA8-C607-826A-68FF469BA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B4B3-260E-46AB-A30A-20A0BFD86E1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25B005-7EA3-15F5-1781-66D2C90CC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9DE0FD-F581-77E2-71BF-9A3FDB929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3033D-BC38-4BB6-B450-DFE7731133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998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EE83C2-33F8-C901-67A3-C27BAE130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1509E59-D94A-573B-662E-55A136E47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3A204F-79A4-2F47-DFF2-AFBF9D83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FB4B3-260E-46AB-A30A-20A0BFD86E1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13F3A5-9B14-C5EE-8FFE-E763ACF6A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415DD2-CE96-F72E-785C-1D20C9E8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3033D-BC38-4BB6-B450-DFE7731133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645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4C00FA-B0B2-2C53-8F8B-8E1A97592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6572CB-84F4-086D-EAC9-0F6167D66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21A6D5-CB52-C0D5-A20D-D38169ABD0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FB4B3-260E-46AB-A30A-20A0BFD86E1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655502-54B2-EE85-33E1-A8288CEE5E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9508FC-1D41-29E8-3934-CE49A5D77E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D3033D-BC38-4BB6-B450-DFE7731133B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352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23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9AE44-6AA0-F8B6-D834-678C75093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8F758A9-864F-B884-82C7-BA1C16B9B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9148"/>
            <a:ext cx="12192000" cy="501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32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33953-FEDD-D7EB-89B0-BE203F42A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1130BEA-4645-82B5-110D-1A2F0246C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95" y="0"/>
            <a:ext cx="89184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47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02807-EC96-4FFB-A58A-3BE75AE6D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0DD8CC5-E979-CBE3-60E0-8089117D1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86" y="1280812"/>
            <a:ext cx="11298227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309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69A1B-D461-87FB-7DBC-241716C81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1F04C6B-D7B1-D4F2-47C9-6C0BF676C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096" y="0"/>
            <a:ext cx="83298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71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35E00-7133-4FD2-2E8E-5C22645C2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B2444A1-4A60-5C23-5F03-5A9F88AC0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376" y="0"/>
            <a:ext cx="64352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24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426A1-302B-7B38-1480-D64256932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CC7DD48-C320-809B-9F79-507C2D146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541" y="0"/>
            <a:ext cx="9284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6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6E4CC-E47B-14A4-C2DA-F243BDC0A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9CB8A5D-3782-8CF8-812D-1AF1907F9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353" y="0"/>
            <a:ext cx="77712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761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FCA9B-418A-BDFA-5E7A-872941A20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8D844B6-BB1C-3EF1-CF06-B4601DA7F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905" y="0"/>
            <a:ext cx="80701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91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52CF6-1B60-78F9-91F1-4C1E9770B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47BD5AD-F031-CC53-5380-4640FA688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515" y="0"/>
            <a:ext cx="55129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817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B410B-3299-D8EB-A83D-3D90B4814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D1ACF16-2CE8-CA45-FFBA-32E543F30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334" y="0"/>
            <a:ext cx="41513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179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2751A6-64FD-DD86-AF1F-D0732D964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5E999E2-433A-B769-F60C-2D3912E19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260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Panorámica</PresentationFormat>
  <Paragraphs>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13</cp:revision>
  <dcterms:created xsi:type="dcterms:W3CDTF">2026-10-01T11:51:35Z</dcterms:created>
  <dcterms:modified xsi:type="dcterms:W3CDTF">2026-10-01T13:39:29Z</dcterms:modified>
</cp:coreProperties>
</file>