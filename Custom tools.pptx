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064C-CBA4-9448-9E3E-520AA792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34EE03-41C2-64F7-14DD-40E5DF8F6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BEE6C-BB66-E7C6-8122-CAD29469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440C62-365E-3B55-78C2-9056E8A9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8CE21-F7C9-B7CE-29F1-2B1FA91B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799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FE9B6-AA56-94DE-B88D-36B12FD4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CE8BDC-5A75-EBE7-AFE3-D9960DFE9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21A1A9-1DA7-6B87-8BFC-36A45B6C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61FB2C-3B51-F349-F1C5-5918E58D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55F2AD-57DF-ABFA-7122-2E2C788D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6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F2170-166E-326F-2766-A384DD23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A3B6B-6B45-DF75-A934-F26B8EB53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44BE0-0C53-A694-7CB0-66E1136E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8961C-FCC3-5171-8E06-B2D0A14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25A9D-C095-5821-E3B1-CCF4FB7F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751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92BF7-0F83-CE63-C785-ACB8A08C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55A0B-4844-7AC3-1330-C6CE515CA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B5014B-C069-F65F-F074-41DD854A2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C8805A-C6A3-5D6F-9107-CE0D7124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2EB18D-B0E0-8C2A-D7F5-0C41D12A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4FC0E8-558B-3493-874B-F43EBF56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88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B31F-79BD-251D-1892-237990B0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E30923-6532-C3B8-6395-56E58793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FB4E4C-324B-DC1C-50CE-7951DC942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18AA0D-7469-DBC6-B356-FAEBC0D2F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15B9A6-6B24-217A-A7CC-E8C989791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B43DE5-7054-814E-5E84-192E53131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670E1D-7439-89FB-B9B9-F0456700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0AEE2D-2777-452A-F839-5BE9B88E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37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AD14-1B8C-CB91-1F98-8CC51D22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DD5FB5-39D2-1B67-ED1C-9560987D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5BD8CA-2755-7DFD-E90E-186D7C2E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766818-1AE7-032D-CDCE-86273383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70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04198-B9E0-45AA-F565-1547D689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F745D7-0F68-FCE3-EA0C-5E577EE9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CCD8FE-04DD-75E9-748E-48BD6767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22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1BB38-0382-5735-49B3-6C1FBBA0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16ED3-BF9B-2CEF-7435-9E4F8B517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79B1AE-8F1A-B3FD-0B37-2337953AA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898437-42B9-2722-B49E-DFAB3431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FFCAEF-5B22-F39C-A704-09E50D2C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217CEE-BA82-6EDA-1970-14568863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218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B25A2-106D-82F0-133D-17C07E8C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787C6D-0414-7B05-F3F1-6C827F985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52A656-D32C-0DD5-5FEE-5F0A5C1A4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CDC2C-4EF2-5A55-1A2D-E6741CB3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DC73C8-D240-FFDD-EE19-595C7666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246A90-8F20-E5E7-2BE3-52FB5055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10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B7FEB-FD9F-3DBA-1F4B-9025957B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9B8268-77B2-37DD-1E42-6F0F9275F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9C5A79-FFB9-5CC9-A4A7-F7F51BB0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750D4-7C5D-2AF7-0492-840DE08E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D0D2CC-079D-E305-38CE-1FF1BD16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69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383944-5B50-575A-E52C-778E79F42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654592-78D1-298F-C1E2-43DE1F46D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549D43-6835-6C44-39E8-55885701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93F8A-A345-8CDB-3239-783A1CF0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E51504-22BA-4500-CFC7-67622B68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782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ACF54E-DA8C-47B8-0EC2-D75D2A92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252553-E083-97AA-3653-F318283D3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4173D-1D72-254D-8CB3-0F9DCA738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5B472-AFE9-4EB6-9FC1-91A7411F028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4895BF-8CDE-DD03-033E-AD69812E9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3BB2F-F458-75D9-0FB4-4BE211C6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C8593-5CD7-44E3-AEF3-6C3CBACF2E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313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176D-D100-FF57-3718-1ECD5ED6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E45D-6840-A239-E263-43F3F11D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14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19F1-BD02-9044-D77E-21C0E007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1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5BD5-9EEC-C14B-BB7C-2881BC0DD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70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40F2-4783-2A6D-2D31-846756F9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69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33C-76BE-246B-B8B3-90DDFE49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215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1A21D-B9ED-0096-C02A-5CCFCE65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28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9F51-CBA9-A104-85E4-70BD7756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31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3A88-D006-DDD8-4542-7589DA17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548BE-65DE-25A8-230E-8256586FA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0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9</cp:revision>
  <dcterms:created xsi:type="dcterms:W3CDTF">2026-10-01T11:32:03Z</dcterms:created>
  <dcterms:modified xsi:type="dcterms:W3CDTF">2026-10-01T11:34:52Z</dcterms:modified>
</cp:coreProperties>
</file>