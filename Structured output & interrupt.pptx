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5"/>
    <p:sldId id="264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89FD6-B278-BC3F-F7BD-A6C7C3B26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39E086-2254-D7C2-2E0E-004CD3060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BDF9D5-6AA1-68C8-F9DE-B38A6970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E88D54-2281-CF9E-26A1-2139FF6AB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95DC40-E2A4-89D6-59B3-BC72ED19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909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1E851-379D-2238-037E-E3103EB60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40719E-DE0E-B46F-4134-547ED5BEE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951F9A-5216-107F-EDAB-A6726253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3FD87A-C545-A7FB-7460-05DF636F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5BF6BB-56DA-C71B-1C5D-1C0907EB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313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811F9-C674-0AA4-77DB-6D8682930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46A64B-3EF6-01DD-5215-2B9BBC880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BCD2B5-EF69-B0E8-54EA-0C8FDA9B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5A0B79-603D-2A20-A742-4B93A185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CD372D-2D7D-A3DA-005D-CD480930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358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ADBFE-D931-B4E1-B516-8D4D6BE6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42A144-BCBE-8097-0A42-9491E4828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80F1DB-4CC0-658C-0FFF-BBCCA5407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1ACD74-DEBA-B496-BFF0-9C16B3A3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BF2F46-80A7-5F44-4A19-71A36C5A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1F1226-2A1E-A169-8E37-0E2AF5D0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420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6762C-FAB0-1E2C-10EC-C3932D71B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19CAB6-5741-A283-A8C2-C6A9B1B66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8CABE7-78EB-74BC-4145-CC4BE82C7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1D13B7-9CAC-08DB-C438-0ACE1F162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DF1A638-A97F-5E84-2441-B1D9962CB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CC8AB5-82BD-6AE9-10E0-8E50BC909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7A00809-836F-95D4-CF75-FAFB86E0A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1EAE02-7907-C9A5-6AB1-4A5DCC70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01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7A864-E645-2225-99F7-FB3838E2C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A5CDC79-C773-63E8-7444-80155924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F3AABE-0650-63D4-65B2-B93DF1B4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7A98E0-211D-6307-015E-7C27EB31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049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2E4612F-7EE1-7FD1-FD00-E9F69E1B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99EF2B-5C85-9B4F-6B17-D761BEF69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7CCC65-796C-1C2C-7774-4E859E949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335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4954B-2932-B530-56F6-321478AE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7EA2F7-DF59-1EC0-3918-D15F2AFD3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AD72BC-9DAD-A700-BD99-60AE0EA7D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7A748E-9B4C-8F9C-8940-4C9C85ED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BEC74A-64E7-4FE9-F44A-904DA08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9B8B17-261E-A0FE-9BF7-9E279F28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224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42349-511E-E9B8-4568-74A99AAEA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B96402-59B6-13E8-8050-CFABDBCAC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B23EAD-1FBC-3A30-DEA3-9B0FE0DCE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E76E25-EE5C-AF31-EB94-BE622C70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30F5D4-4F25-AEC5-CB0B-E0FB603A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8728F8-9AFC-52FA-1D14-617AC552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535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A563B-F2F1-1423-15C2-ECB9D0E4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3A24E-E750-807A-3444-C8B0E0DAA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DE1C86-AB64-4DC3-3E6D-2751598D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C35BFE-B739-E5D3-CE39-28B75FC5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658DC5-E6F9-E1D0-45B7-3C170108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5021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5D5303-F9AE-1FC0-6744-316C90695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CF16C2-325F-24A6-98A2-A94D40540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F83A3C-D085-6990-251C-ED0173001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FEA4C9-FFED-77C4-928B-C9F972C0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C7AEB7-107F-D150-3665-A6D4FA66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821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91F091A-E385-248B-BAF3-D50395EA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63D33F-01FE-2CC5-24AB-6E686283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3ECD20-957D-89F9-2466-B8A06C223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5D9BC-8586-4E7A-AF5B-C27389B9119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D7645D-142E-1E2B-5669-26924BA8D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E611DE-7D01-3144-D620-22BE94E32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C2098-E05F-48BE-923C-A48027CA4D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9711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23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8B09-3D81-561F-38E5-0C66DC769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7421C23-627A-98CF-661D-AA618F38F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82" y="0"/>
            <a:ext cx="11132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66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6F1A0-9C06-B570-2517-A49A7938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217DD05-AF88-D1B5-92B9-F71454157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01" y="0"/>
            <a:ext cx="107447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F99F-F174-FB31-6143-1957D45D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8AB359-9E90-362A-F320-DC23EAE20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49" y="552048"/>
            <a:ext cx="11469701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11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40C2-FBD0-8C9B-F9D7-03D8BF938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863023-EA39-49EE-6E7D-7DA90FCCE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30" y="0"/>
            <a:ext cx="9703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4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554DD-2735-512D-30CB-990E4E39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D5A4E7-DE05-09C3-37FB-A152B2440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164" y="0"/>
            <a:ext cx="7171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13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6DAE9-12C3-F22E-FD2C-A2471114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39AA7C-5C0F-8A58-E517-0D6B84D1F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0"/>
            <a:ext cx="10058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1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3E1D-FECD-31D7-2510-D40951725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335BE7-6970-5BEE-DDF4-56720AF17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744" y="0"/>
            <a:ext cx="8668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07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07899-41DE-BADA-F586-D1EC5B515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923E14-34BB-7A1B-F2AC-20FBA1197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272" y="0"/>
            <a:ext cx="93634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56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1B62-4AB1-8876-8B27-19787CF5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AB957E1-9A2D-B5C8-2A44-763E9C222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249" y="0"/>
            <a:ext cx="94495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8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35B54-1138-A9C0-B2C4-63E91721F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5F891E-850E-7CAA-ABE3-D174ECAA7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557" y="0"/>
            <a:ext cx="7584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94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91508-C185-4B80-B93C-419D85CA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8EEF6E-0866-6C02-F6AE-BD66EBA8B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378" y="0"/>
            <a:ext cx="7237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3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F9ED2-EFB9-30B4-11E9-BE178FFA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51A679-438C-98C0-9CE2-6131D81B6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9504"/>
            <a:ext cx="12192000" cy="269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70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BC977AD-F24E-281C-474D-782578C24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5685"/>
            <a:ext cx="12192000" cy="200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01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3400C-9503-05D8-E71B-4F419D41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0787AF-E3BA-1598-117A-34C26C912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179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Panorámica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12</cp:revision>
  <dcterms:created xsi:type="dcterms:W3CDTF">2026-10-01T14:03:56Z</dcterms:created>
  <dcterms:modified xsi:type="dcterms:W3CDTF">2026-10-01T14:09:43Z</dcterms:modified>
</cp:coreProperties>
</file>