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4" r:id="rId12"/>
    <p:sldId id="265" r:id="rId13"/>
    <p:sldId id="266" r:id="rId14"/>
    <p:sldId id="267" r:id="rId15"/>
    <p:sldId id="272" r:id="rId16"/>
    <p:sldId id="273" r:id="rId17"/>
    <p:sldId id="269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4" d="100"/>
          <a:sy n="64" d="100"/>
        </p:scale>
        <p:origin x="52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52095-DB5C-4882-ED8A-F19DDDD13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E45A49-2629-7028-9FA5-8FCCF9AB5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9E4EDC-6D35-E55F-3FA3-8CD61B6E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695314-D589-509C-1D72-006CA5F5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BF0AEF-2904-CFC3-5D9E-3EF2A6AD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945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18E52-BDFE-ADF8-752A-9B94453F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40FC51-F8C0-458D-8CAC-D7815E6C1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F91DE5-0A93-6337-CF74-FF167E62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FD2BCB-95B3-08F2-D02E-48D91CF9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E823B3-D851-BA42-8A9F-78AA61C5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027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90649-13E2-8583-4CC1-F915D56B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747970-FF23-AF00-721D-E3B131759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2F95BF-75D2-8E99-C4F4-482934FC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7F5E1-052C-8B3C-A71A-178C23BA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F9A4E-04C9-A4B3-4F1A-D54CE9D9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940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F87BA-FFF1-3F24-A453-AB017CC3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258394-5D19-5938-2F72-3B075EA33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266907-9314-1618-9AAF-F90CFC365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0708CB-4B52-CC19-5E41-4574BD88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2913A9-C893-CB6E-FE41-EE5EFEB2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292262-CA2C-E84E-277D-CC2A0D9D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72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A5E26-585F-0C66-ED34-12175E18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89F584-C69D-C975-891E-09B94BF7E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7FD3C1-9F84-1D50-0B60-567D088EA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72092C-9ABA-8A76-BC78-2E1A3BCCC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4888C3-60BB-3917-9CAA-97AEDDE6E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A92C95-0D01-7CB3-41C8-24E97C5F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3092A6-1BC6-2229-49C4-13C73A2E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703F16-3F67-04AF-E8E2-FEFEE15F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084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0DAF1-6C5A-E76F-26CD-32444CAE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F1922B-58FF-60AE-9AF6-D68D9427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C6535E-A340-6558-D0A4-33E8A790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426126-1938-AAB1-0DB8-A2858520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2978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9E91A6-7CEB-F439-1DD8-6F240BE0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1ABCDC-1F83-04F4-4EBC-1F16ED8E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A5AA15-4672-DFA2-5B86-7D151FC1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635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4A4C8-7008-E022-919B-783003C0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0D5834-23C1-DBA2-90AC-9ABDE6175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A8FD8F-07FF-FBCE-DE2F-5979DC520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23E116-7C52-A457-85CA-1A66DC02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60EBC4-A385-EE87-18C4-FD739584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7E193A-E4B0-9EF0-CE32-BF32DB21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403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CAF7B-4BB4-1BF7-4B2E-A37D7D55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EB5D83-1B3C-51EA-F244-D5C94AC4A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B763C1-48D2-0A2A-7104-BB32BC299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625F2C-A0BC-380D-2A1E-42DA2FD2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01B6F2-4E73-F66D-990D-47077E83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F91696-7379-9EF3-48B6-29B3434A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67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5AF12-C365-6E29-1872-899812ED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482CE6-77B8-A2D8-222C-13449EEFD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95B3A-6819-A4B7-5A4F-414F3A3A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A07E4-296F-4C31-7374-C0BFA23A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6708B0-1591-7F92-AE50-92A01EA7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823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C7B408-4EB8-D6BE-687B-6D930A273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4C0BAF-F2A9-8EE9-CFA2-333B636C0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B96DF2-A6C8-8BF4-F325-3E5BF19B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EA447D-36A6-87F6-6D92-C64FA566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82B2FA-8E81-0440-34E5-059491716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038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441EED-0EA3-66BE-7DF5-58620348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664374-4A02-F39D-658A-5F74A99C4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8ECFFF-B8A6-1385-8B2F-EEA79A159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0C39A-D050-4A7D-B2BD-7E59FE0F2142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4DAEA9-D5E1-5FBE-6F3E-03415D580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8702CE-1BFE-A1E8-9CAE-A76E9B4F7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450AB-BA8A-4FFA-8D78-288CD979C7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523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55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C34F8-2E0C-860B-3193-AD776D5C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743842-514F-06EA-CD4D-B41C7DB7A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9" y="1660322"/>
            <a:ext cx="12090282" cy="216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4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CC953-DBC0-ECE5-1EA2-DCF7957B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1A75A7-E726-8914-56A2-A5B1DEFC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64" y="0"/>
            <a:ext cx="8669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6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FA30E-B617-C245-F87A-5D7C9FF9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24992E-2392-29A7-7E78-E175CC99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718759"/>
            <a:ext cx="11450648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5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99A63-DF35-842B-649D-17C4C57A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557531-2218-517A-3231-40027CC01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82" y="0"/>
            <a:ext cx="9322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9E0B7-8C29-C4E0-B791-7D419CFA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D6A6F2-FF3D-D640-EF14-36657490B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1661866"/>
            <a:ext cx="11679280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2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B879C-D5AF-08EA-E4E4-1706969C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2C31F0-C7E2-A3A6-9988-CE9E0E2A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0" y="161469"/>
            <a:ext cx="11288700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1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C06E1-880F-B422-E632-573CDB7B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DA3A3B-2D72-3765-EEF6-AE31A30C1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977" y="1211169"/>
            <a:ext cx="8208046" cy="443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2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E8320-58AF-A36C-0447-1223ABD6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4C3538-3DCD-2682-47E8-393378DA0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484" y="1222057"/>
            <a:ext cx="6380195" cy="441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4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27977-D155-1013-8F3D-AE5C3581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143611-0117-6FED-850B-D9FDEAC4B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863152"/>
            <a:ext cx="7641590" cy="513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9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AF707-4B84-8B25-13DE-2ED570FE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8EDCB5-18FB-6C58-CB11-5CD4FDE5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588" y="322134"/>
            <a:ext cx="8614823" cy="621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1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8A91F-F07D-B1FD-83D4-7C6A5858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8A2145-C351-91E6-625C-D377ED71C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08" y="563406"/>
            <a:ext cx="5865408" cy="573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4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5DD21-1528-36CE-169B-6E4D732A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3CC1AB-121E-84EC-3C4B-F3EB3D03F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052" y="243840"/>
            <a:ext cx="7843992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18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CF419-C1C2-5972-D1A0-4829A8A6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C2BDEC-B49C-C4EC-CC1C-F1941496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028"/>
            <a:ext cx="12192000" cy="296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71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6D141-6F9C-89ED-C14F-5D14C7E8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81D301-4B2C-6341-FC95-E6C932BC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390" y="1633287"/>
            <a:ext cx="6411220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95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F612A-4464-E282-1DD2-436498A4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2D385F-318E-ED2E-9464-9EBC300A8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1247470"/>
            <a:ext cx="8678486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9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80388-F7CA-EED1-0531-5D9D7425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A4F1D3-A562-C72E-D148-E4AB723A0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17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17</cp:revision>
  <dcterms:created xsi:type="dcterms:W3CDTF">2026-10-01T17:11:20Z</dcterms:created>
  <dcterms:modified xsi:type="dcterms:W3CDTF">2026-10-01T17:20:58Z</dcterms:modified>
</cp:coreProperties>
</file>