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2061B8-64B5-3022-63BD-F00EE7521D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961042F-A696-D81B-FFBB-80F0AA996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5ECF7A-D0C3-1D78-AB53-134182A2F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4C8DA-A5E6-43D5-B022-BCE74817F9D0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99FE12-2D4F-369E-7D41-7B198B233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1EE9A10-5265-6BB7-00C3-14E033E15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612C3-D249-4FFB-ADB1-270C6019CFE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4847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5E639-2FD4-629C-D8A9-D209180DE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8D8D9D-BD2F-2C02-D99C-8DC5BA66F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659081C-C336-F175-213A-E22612998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4C8DA-A5E6-43D5-B022-BCE74817F9D0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453DD9-FFCB-E29A-6715-292C999CD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DC4073E-ACF0-B18E-C472-12484F694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612C3-D249-4FFB-ADB1-270C6019CFE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4867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1C1FEA-4D12-2FAB-7F9C-54B57D0B8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0714026-DE63-0C63-7125-0C2422C64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98AE1D1-B2E2-3D39-87C4-98D3E7FD6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4C8DA-A5E6-43D5-B022-BCE74817F9D0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7AAD9B4-244E-B785-B640-A83D15388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F5FA3BE-A0E0-8D3F-AAA6-CE1C358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612C3-D249-4FFB-ADB1-270C6019CFE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191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F5F2CE-81C6-D24B-A213-AB29577F9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D01E8D-427A-6CD9-359F-8F01B9CEFC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3122D68-98B6-79CE-B61F-62F81145B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329EC58-BA96-D2D8-072C-27F75DD67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4C8DA-A5E6-43D5-B022-BCE74817F9D0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F217FDF-7165-EB0B-3BC0-734175E67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7AA36F1-D8FB-B336-6893-A34E4FAFE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612C3-D249-4FFB-ADB1-270C6019CFE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555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F2D56B-F0B3-9552-42B7-67EC9F4C5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7E0CA5D-2B87-5C26-155B-A2B77487FA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8DDC9F3-D618-F1BE-4BE3-E75FF3CC64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7218548-C720-CC41-75BD-E502218F16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D0C4A7D-FB9E-0EB5-52FA-2DE5A2524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9F39633-CC51-36F5-E508-01E494C01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4C8DA-A5E6-43D5-B022-BCE74817F9D0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CF53A32-C681-D78F-23AD-6AECB971B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BEBC077-1D6E-DB49-3FC9-72189D081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612C3-D249-4FFB-ADB1-270C6019CFE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221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B2C551-8144-C718-6BD5-A5E9FC83C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5AA8495-7A7E-8AC2-9F8C-A2F95616F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4C8DA-A5E6-43D5-B022-BCE74817F9D0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4388EC7-759B-0E4F-5FF1-B045011D6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093F8B0-9AA6-BDCF-B8EE-7903A2402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612C3-D249-4FFB-ADB1-270C6019CFE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9456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3E3A1C6-C030-28AF-30BF-EC91250C7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4C8DA-A5E6-43D5-B022-BCE74817F9D0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49971EE-D2DF-C086-1DF0-09BDE8C1A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69C08C8-8218-D821-8ED9-183B0D7CA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612C3-D249-4FFB-ADB1-270C6019CFE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58990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344152-21D8-E565-4006-1C9D086FB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D9AE06-4BBB-1FDF-DC2B-D82383A58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AE74323-70E1-33F0-B8D4-143CA8CAE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823FFBD-33E3-28BC-7CFA-0C06C1ACE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4C8DA-A5E6-43D5-B022-BCE74817F9D0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4EC7FB-124A-854B-0791-745F9BCF4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3DF2177-D67A-9F21-F196-6F02F5326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612C3-D249-4FFB-ADB1-270C6019CFE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89963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29CA79-BA3E-DCF0-D0B6-31C4488C9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109FDB5-7F62-66F8-9409-A05E5D536C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61E57C7-F5DB-DEB3-1136-B6B8B0A81E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D1E47F7-E214-1F14-234D-9E23B32EC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4C8DA-A5E6-43D5-B022-BCE74817F9D0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D88F8D3-2A5C-1DE0-395C-1A1B0C8A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744754-21D4-D125-0BB8-FA189FD85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612C3-D249-4FFB-ADB1-270C6019CFE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55995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E447C1-BC2E-BA4C-193D-821A853A5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7BD7EF-97EF-4739-9026-2159A29A13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B6CEF3-4DFC-5EED-37D7-357583139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4C8DA-A5E6-43D5-B022-BCE74817F9D0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321F27B-341C-6722-81D7-FA7356643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92F4FFC-FE8E-C4DB-A35C-B7624815A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612C3-D249-4FFB-ADB1-270C6019CFE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30653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06DC646-CA5C-30F5-30CE-36BFE563B4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84DDCF9-E495-E28F-D60F-0A1E8A8BB2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E908F14-81E7-83EC-3B3C-68416D1F3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4C8DA-A5E6-43D5-B022-BCE74817F9D0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6E6CD3F-CB85-CA9B-5BE3-AABFDF8E3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0B1C9B-DD96-DC98-C21E-C4576E4A4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612C3-D249-4FFB-ADB1-270C6019CFE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27636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476CA99-911E-9B9C-3DA5-20E78FBF2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107F6AF-ADB0-A957-002C-168DC370E5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5E7FFA2-4501-23FF-9149-D51D831B63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04C8DA-A5E6-43D5-B022-BCE74817F9D0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6C5AF2-F7F8-02A1-16DB-55A356CC3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1D01FF-99B1-B230-72BB-A117B17DDF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5612C3-D249-4FFB-ADB1-270C6019CFE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0286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8171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33AD4-D4A7-2D44-15C2-E4A8B84FE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0562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2592A-9124-7F00-8DCA-2BD2A4A35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4936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47BD3-2F50-9497-91A2-CEC3AADB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4391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EFF22-26F5-1277-31E7-EF4B1B6F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395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36AE7-FE4A-C9F0-23B5-96CDA5F7F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4119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004F9-1413-2552-700F-30A7F6EC7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6785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56C96-58D7-9D89-F427-73F67DA5A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79368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F7A84-424B-76FB-3199-06691E587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40366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7EB93-17D7-F930-2B59-F6364CD9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097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14FC5-DAF5-004C-32DD-17B96B77F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447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DFB74-624D-3D65-9C68-17D481BE2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21532C6-7A22-19B4-FA6B-50D1820A3E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7124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Panorámica</PresentationFormat>
  <Paragraphs>0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Coco Enríquez</dc:creator>
  <cp:lastModifiedBy>Luis Coco Enríquez</cp:lastModifiedBy>
  <cp:revision>2</cp:revision>
  <dcterms:created xsi:type="dcterms:W3CDTF">2026-10-01T17:21:48Z</dcterms:created>
  <dcterms:modified xsi:type="dcterms:W3CDTF">2026-10-01T17:22:17Z</dcterms:modified>
</cp:coreProperties>
</file>