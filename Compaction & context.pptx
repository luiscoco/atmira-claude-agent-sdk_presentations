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70" r:id="rId4"/>
    <p:sldId id="271" r:id="rId5"/>
    <p:sldId id="272" r:id="rId6"/>
    <p:sldId id="273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8" r:id="rId17"/>
    <p:sldId id="266" r:id="rId18"/>
    <p:sldId id="267" r:id="rId1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2061B8-64B5-3022-63BD-F00EE7521D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961042F-A696-D81B-FFBB-80F0AA9961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5ECF7A-D0C3-1D78-AB53-134182A2F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4C8DA-A5E6-43D5-B022-BCE74817F9D0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599FE12-2D4F-369E-7D41-7B198B233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EE9A10-5265-6BB7-00C3-14E033E15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612C3-D249-4FFB-ADB1-270C6019CF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14847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C5E639-2FD4-629C-D8A9-D209180DE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8D8D9D-BD2F-2C02-D99C-8DC5BA66F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659081C-C336-F175-213A-E22612998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4C8DA-A5E6-43D5-B022-BCE74817F9D0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7453DD9-FFCB-E29A-6715-292C999CD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DC4073E-ACF0-B18E-C472-12484F694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612C3-D249-4FFB-ADB1-270C6019CF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74867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1C1FEA-4D12-2FAB-7F9C-54B57D0B8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0714026-DE63-0C63-7125-0C2422C64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98AE1D1-B2E2-3D39-87C4-98D3E7FD6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4C8DA-A5E6-43D5-B022-BCE74817F9D0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AAD9B4-244E-B785-B640-A83D15388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5FA3BE-A0E0-8D3F-AAA6-CE1C358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612C3-D249-4FFB-ADB1-270C6019CF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191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F5F2CE-81C6-D24B-A213-AB29577F9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D01E8D-427A-6CD9-359F-8F01B9CEFC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3122D68-98B6-79CE-B61F-62F81145B0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329EC58-BA96-D2D8-072C-27F75DD67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4C8DA-A5E6-43D5-B022-BCE74817F9D0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F217FDF-7165-EB0B-3BC0-734175E67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7AA36F1-D8FB-B336-6893-A34E4FAFE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612C3-D249-4FFB-ADB1-270C6019CF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34555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F2D56B-F0B3-9552-42B7-67EC9F4C5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7E0CA5D-2B87-5C26-155B-A2B77487FA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8DDC9F3-D618-F1BE-4BE3-E75FF3CC64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7218548-C720-CC41-75BD-E502218F16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D0C4A7D-FB9E-0EB5-52FA-2DE5A25244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9F39633-CC51-36F5-E508-01E494C01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4C8DA-A5E6-43D5-B022-BCE74817F9D0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CF53A32-C681-D78F-23AD-6AECB971B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BEBC077-1D6E-DB49-3FC9-72189D081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612C3-D249-4FFB-ADB1-270C6019CF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5221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B2C551-8144-C718-6BD5-A5E9FC83C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5AA8495-7A7E-8AC2-9F8C-A2F95616F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4C8DA-A5E6-43D5-B022-BCE74817F9D0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4388EC7-759B-0E4F-5FF1-B045011D6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093F8B0-9AA6-BDCF-B8EE-7903A2402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612C3-D249-4FFB-ADB1-270C6019CF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69456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3E3A1C6-C030-28AF-30BF-EC91250C7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4C8DA-A5E6-43D5-B022-BCE74817F9D0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49971EE-D2DF-C086-1DF0-09BDE8C1A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69C08C8-8218-D821-8ED9-183B0D7CA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612C3-D249-4FFB-ADB1-270C6019CF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58990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344152-21D8-E565-4006-1C9D086FB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D9AE06-4BBB-1FDF-DC2B-D82383A586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AE74323-70E1-33F0-B8D4-143CA8CAEA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823FFBD-33E3-28BC-7CFA-0C06C1ACE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4C8DA-A5E6-43D5-B022-BCE74817F9D0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E4EC7FB-124A-854B-0791-745F9BCF4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3DF2177-D67A-9F21-F196-6F02F5326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612C3-D249-4FFB-ADB1-270C6019CF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89963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29CA79-BA3E-DCF0-D0B6-31C4488C9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109FDB5-7F62-66F8-9409-A05E5D536C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61E57C7-F5DB-DEB3-1136-B6B8B0A81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D1E47F7-E214-1F14-234D-9E23B32EC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4C8DA-A5E6-43D5-B022-BCE74817F9D0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D88F8D3-2A5C-1DE0-395C-1A1B0C8A6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E744754-21D4-D125-0BB8-FA189FD85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612C3-D249-4FFB-ADB1-270C6019CF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5995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E447C1-BC2E-BA4C-193D-821A853A5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C7BD7EF-97EF-4739-9026-2159A29A13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B6CEF3-4DFC-5EED-37D7-357583139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4C8DA-A5E6-43D5-B022-BCE74817F9D0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21F27B-341C-6722-81D7-FA7356643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92F4FFC-FE8E-C4DB-A35C-B7624815A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612C3-D249-4FFB-ADB1-270C6019CF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30653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06DC646-CA5C-30F5-30CE-36BFE563B4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84DDCF9-E495-E28F-D60F-0A1E8A8BB2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E908F14-81E7-83EC-3B3C-68416D1F3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4C8DA-A5E6-43D5-B022-BCE74817F9D0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6E6CD3F-CB85-CA9B-5BE3-AABFDF8E3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0B1C9B-DD96-DC98-C21E-C4576E4A4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612C3-D249-4FFB-ADB1-270C6019CF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27636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476CA99-911E-9B9C-3DA5-20E78FBF2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107F6AF-ADB0-A957-002C-168DC370E5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5E7FFA2-4501-23FF-9149-D51D831B63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04C8DA-A5E6-43D5-B022-BCE74817F9D0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C6C5AF2-F7F8-02A1-16DB-55A356CC30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51D01FF-99B1-B230-72BB-A117B17DDF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5612C3-D249-4FFB-ADB1-270C6019CF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60286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8171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E17CF-AFFE-960D-7767-A64A2B02E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F37A6A8-7D5C-4C7D-1E8A-BBAAC72A37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937" y="0"/>
            <a:ext cx="105161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97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9FF21-F5B2-3E79-4FE1-2EC774BE0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9DD54C2-99C7-42B7-04B0-C3757305D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7453"/>
            <a:ext cx="12192000" cy="3803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718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2A1C3-0F82-DF48-0949-C43FBA71E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09B8747-1867-1357-2DEA-E59AFD96B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1357"/>
            <a:ext cx="12192000" cy="5715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387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CB15F-1593-2B27-83A2-B4AE84316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306AC3B-9AFE-574D-4345-4F91433EB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525" y="0"/>
            <a:ext cx="9936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905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28123-A5E6-81C6-5886-8EBE85BA8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65CE038-6B23-DCB2-E804-43A110715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9701"/>
            <a:ext cx="12192000" cy="6358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402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33AD4-D4A7-2D44-15C2-E4A8B84FE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3F6C01A-5873-2853-5C56-2A4B83DC86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8394" y="1208994"/>
            <a:ext cx="7615212" cy="4440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562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2592A-9124-7F00-8DCA-2BD2A4A35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499ADD7-02DF-5044-66C8-87E0D3F902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1968" y="1089932"/>
            <a:ext cx="7377332" cy="5136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936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47BD3-2F50-9497-91A2-CEC3AADBA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A09F72A-408B-A6AA-8A6C-309B26888D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8024" y="1153506"/>
            <a:ext cx="6801301" cy="4835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391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EFF22-26F5-1277-31E7-EF4B1B6F8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02565D3-D25B-83DC-FD4C-E3B3263307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1679" y="1625346"/>
            <a:ext cx="7822311" cy="317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950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36AE7-FE4A-C9F0-23B5-96CDA5F7F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CC33A63-6E5F-3BE6-64C3-A810DCD42D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1198343"/>
            <a:ext cx="6527292" cy="4461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1191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004F9-1413-2552-700F-30A7F6EC7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8D1EEF7-B242-7310-4945-5D79AC20C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024" y="1153952"/>
            <a:ext cx="8557952" cy="4550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7851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56C96-58D7-9D89-F427-73F67DA5A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ECEE164-7A7A-DF8E-C21C-8BE6EE1EED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224" y="1508379"/>
            <a:ext cx="8828532" cy="3495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9368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F7A84-424B-76FB-3199-06691E587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0F439DC-0814-D104-B8D9-9C1099092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797" y="87383"/>
            <a:ext cx="6315409" cy="302563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7567FA1-3B07-F46A-D6DC-CBC450EE3E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3958" y="3255264"/>
            <a:ext cx="6075085" cy="3410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0366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7EB93-17D7-F930-2B59-F6364CD90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F85C3EC-44AC-7457-92E8-5CEE7035F3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2821" y="555474"/>
            <a:ext cx="8221222" cy="307700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8396528-07B8-E00E-485C-2735E632B6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8549" y="3832556"/>
            <a:ext cx="5538870" cy="2511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0976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7CE75-7695-481B-C539-AFE9E7FC4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8D38B4F-6976-4DF1-AAD0-8BF4963139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500" y="1838706"/>
            <a:ext cx="8763000" cy="270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8362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14FC5-DAF5-004C-32DD-17B96B77F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FBF27F9-C5E0-7B46-9E7E-44A5E62006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750" y="247650"/>
            <a:ext cx="4762500" cy="636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475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DFB74-624D-3D65-9C68-17D481BE2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21532C6-7A22-19B4-FA6B-50D1820A3E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7124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Panorámica</PresentationFormat>
  <Paragraphs>0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Coco Enríquez</dc:creator>
  <cp:lastModifiedBy>Luis Coco Enríquez</cp:lastModifiedBy>
  <cp:revision>13</cp:revision>
  <dcterms:created xsi:type="dcterms:W3CDTF">2026-10-01T17:21:48Z</dcterms:created>
  <dcterms:modified xsi:type="dcterms:W3CDTF">2026-10-01T17:49:26Z</dcterms:modified>
</cp:coreProperties>
</file>