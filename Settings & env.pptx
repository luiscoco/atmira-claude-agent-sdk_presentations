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70" r:id="rId4"/>
    <p:sldId id="271" r:id="rId5"/>
    <p:sldId id="272" r:id="rId6"/>
    <p:sldId id="269" r:id="rId7"/>
    <p:sldId id="273" r:id="rId8"/>
    <p:sldId id="274" r:id="rId9"/>
    <p:sldId id="257" r:id="rId10"/>
    <p:sldId id="258" r:id="rId11"/>
    <p:sldId id="267" r:id="rId12"/>
    <p:sldId id="259" r:id="rId13"/>
    <p:sldId id="260" r:id="rId14"/>
    <p:sldId id="261" r:id="rId15"/>
    <p:sldId id="263" r:id="rId16"/>
    <p:sldId id="266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FC0909-43C5-1A2D-9742-B3C151A8D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7FFE01-666D-6C4B-E42A-6AD5DA4F47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C2072C-0948-0757-C4B7-4658746B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FC16A0-BA29-F55B-B303-4EB4D4167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438D1-7242-F805-FEB8-E05371D54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71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F0E93-44FE-5AEF-D1B4-50C5555E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C0F88F-87B7-7BF8-78ED-B3D1E454E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D06A98-1DA4-CCFC-EC5E-822E7F255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36ED6-6443-D983-7574-A1AC9219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7648F8-F565-718D-2D08-FECEAE36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739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7A065-9BB7-13CC-3CBF-B2064FFB2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FCB9FB-10E9-8402-6200-7E3FF28E2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807498-F318-D0E2-FDC7-3C357EEA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B95598-EA15-4EE6-4AF8-817CE750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7AC081-E91E-D717-08C2-5D517BA11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909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9A5FC-6306-9AA9-7AFA-DE4B19E7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8CDD77-8102-7F39-F64E-BEC3D9690B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AFED7-D3A9-D534-EAA5-8A074C41A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3BF417-A248-9CA2-800A-1C49927E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3ED518-4143-2133-72A0-492A11E3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354DA2-87FC-F7D9-0774-5A5BE58C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636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C0BE46-6C12-96E9-5A17-2E67354A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472549-8761-0213-34DB-B08BE450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A7B63E-E052-7C8B-5446-728A07109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F13CED6-DECD-7AEB-16DC-C24593124D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65C1C1-665A-65D8-1B8B-851CDC61F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D102474-A58F-C50C-EFB0-3879E805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2439EB5-9241-C5B0-EFEF-444D2AA67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056A1A-3E61-9F6B-BDBD-2C0444D47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174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9A717-377C-7CDD-3A98-A4B42FEB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2AF0724-FC81-2F67-5C38-617E9D492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5EC1AB-39EE-1FC1-B853-FCB76C7A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F614223-6BB3-0F98-309C-A10E33424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869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77D44CB-3566-D5C6-3AD5-F34E1F28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19B3B7-1CED-36AE-508D-B9222C7D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3319E5C-64AF-A393-5D9D-28EAFC81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9091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3C905-9609-5619-B029-876E4587F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5AE0EA-91C1-2D1C-7CF3-DD1163DA9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3EB594A-83F9-550C-86E1-0FF098B7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2C873B-C1CC-00DA-4952-E90710BBE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0676F5-3582-9F5D-03D7-DE1C2B3F9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3928AB-196B-F9CA-F661-18823B1B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759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38567-5F9B-3BBC-398B-08EB02D47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6365824-AC14-61AF-77AC-BD266FB6AC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9CD1BE-2F0B-37E5-8486-119B808E9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36AAD7-C9E9-C3C2-ECB1-EA668CDA4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5B8B06-FA03-6221-C1F8-D771C6161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5C841D-FC8E-B0BC-E4D0-73D1BB8E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788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3DD95-25A7-A43E-6E9E-9122D8298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AEC28F-5923-AD05-FAFD-4952D9C48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EF1CC6-42C8-B34D-1AD2-5F23BA717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EC0754-B47B-3576-E148-307A03B5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C682D5-7BE6-123F-74D9-65F65376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168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B1D333-0009-0625-15AE-A030B27E3C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372F62-502D-C8A3-B17D-9A0816DA8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C22D5A-41C6-E12D-C294-38CC7DB56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4BBE26-FBE8-1109-C798-9181E9F76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5E9C26-733E-A709-4348-5E40B78B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7155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94F26BE-131A-5284-F2A1-57DAB957A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25D6D8-DB41-F841-1725-19CA6CAAD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B4BCFE-D4EF-257F-001D-72025E6E1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B038DC-F9F8-4AE6-BF4A-C71CA9EF6F4A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D9AD34-61A5-F011-9921-B15CBBFAC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6D9719-9413-4D3B-63A1-8C75E07D1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A5D9A2-6BA7-437F-911E-0CFC7ADDDAE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4593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80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5E9C6-16C9-5E36-8DF4-BA8F78B9B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B5AFCCA-97BF-63EB-128C-6E96536D3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0"/>
            <a:ext cx="113157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56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C360F-F5C9-B9F2-7075-FCF2775A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B633A6-EC9C-4532-7F5B-662B5752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491" y="0"/>
            <a:ext cx="98070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04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B5047-12E0-6376-00B2-AC23125C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FFAB9C-1798-DA0B-D98F-40B77B338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385337"/>
            <a:ext cx="1143159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7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B033-A839-F3DE-9DF9-366AC885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4B3C638-B78D-5121-5A7B-93B638143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989" y="0"/>
            <a:ext cx="94940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959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E41DF-1F4C-F1EB-DC7E-B20C275C0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5AD12A-3A0A-16AF-AD2E-C11B44C84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480"/>
            <a:ext cx="12192000" cy="296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09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FAE3F48-1901-9B25-C9C9-7CD9968B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9948"/>
            <a:ext cx="12192000" cy="430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50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B1336-9C5A-027F-C0D5-CB2D190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ABC887-00E7-A1B8-9AA1-3BFDAC7F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36" y="0"/>
            <a:ext cx="95169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54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029EC-04AD-CF85-3A3F-B01D4C49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FC3819-D52D-F16C-7FAB-E4D688ED7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72" y="1500759"/>
            <a:ext cx="6121332" cy="407708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C519CDD-537D-FA46-9631-882C830F31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2483" y="1564766"/>
            <a:ext cx="5541965" cy="394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66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2B9A-C555-C115-B98D-5C073DA48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F67D36-99B0-BA61-8A4A-BB7B5D1A4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31" y="1011767"/>
            <a:ext cx="6757417" cy="483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90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DEDA2-316F-27C1-7790-5BE44D81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E0E5874-BFF3-62CE-AA29-5727AB9B64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102" y="1305687"/>
            <a:ext cx="7513796" cy="4456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19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114B-A45F-58F0-9D9E-2BD141FD8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D749B89-8C28-7BB1-A195-219B5E564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3511" y="1342263"/>
            <a:ext cx="6000369" cy="436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511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E9FC7-C4B6-29BF-AEAB-1673A8B3F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C238E7-D31B-B502-AC0A-CBD035855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8920" y="1287399"/>
            <a:ext cx="6457188" cy="447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60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79BA-60BE-C9FD-A422-FE69C64BF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09B605-0D9E-DD3C-3F8F-630072C2A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6" y="1517256"/>
            <a:ext cx="10701528" cy="354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68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69D99-B1B3-42C2-1333-DD052FF7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A5E1F5E-9877-4D3A-7477-3516CDE87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7936" y="1667256"/>
            <a:ext cx="5071539" cy="391058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4A94C9F-11E4-62A8-BAF1-8BF1F8FDF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82" y="1743230"/>
            <a:ext cx="6177725" cy="366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ADA77-2BB3-9A25-5B10-AF30C2D8D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06D6FE-4525-8D69-CCE7-47042AFB1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72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17</cp:revision>
  <dcterms:created xsi:type="dcterms:W3CDTF">2026-10-01T15:25:58Z</dcterms:created>
  <dcterms:modified xsi:type="dcterms:W3CDTF">2026-10-01T15:37:49Z</dcterms:modified>
</cp:coreProperties>
</file>