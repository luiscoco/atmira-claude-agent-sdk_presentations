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C176B-5ED8-D8DE-97AB-041489432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980BD4-132C-AF21-1AFB-0FE886512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B98497-E822-4BFB-5629-D873C9234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3218-26BC-4A47-A65C-C514CD924A1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C28E4C-3BC7-FBBE-958C-F4518CDF0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AAC97A-16A1-D619-A196-E2616148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9DC5-3595-4596-9723-D2530FDD41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64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B0BEA-8F2A-0B3E-E978-794560CA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E78340-A425-A3F0-76C8-E2E313D4C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FCB24E-DE59-ACD2-91DB-2237252C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3218-26BC-4A47-A65C-C514CD924A1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0E7A1F-1FA3-7F91-4834-5E8DFF1E7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9672BE-5495-8A58-A8D7-0F7321A6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9DC5-3595-4596-9723-D2530FDD41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2041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C6C3A-7FC0-F502-761E-99CF4C8BD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700616-93BE-4B27-77F8-1DD8DA63D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CE4BC-E101-F245-A743-480DE3A7D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3218-26BC-4A47-A65C-C514CD924A1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DC62EA-90DE-891F-D01A-25674E292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6BD1D0-55A1-D815-5176-F410BC5D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9DC5-3595-4596-9723-D2530FDD41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622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BEA30-435E-EE00-BD41-4E4711E98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B66EED-7158-23C9-6589-D1F967CC2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36F499-517B-1E42-0BAC-BE396656D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56A9A5-027E-4ACC-CF19-7E4CA27B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3218-26BC-4A47-A65C-C514CD924A1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4985D8-B07D-F912-79F7-1D6D3AA98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3242CA-D6AC-8B81-F7FE-9ADA8D44E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9DC5-3595-4596-9723-D2530FDD41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537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46754-3233-DDE0-1863-A77EFEA8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0EE4AA-7C20-A623-2F89-46B52EE85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C4483C-99E8-4A37-043A-7630FFAC7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3FDC6D-3D8B-E6EB-D9E3-91FC5188E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6967300-3E08-733C-5A91-197E00219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A7CE3F4-1315-A4D0-D114-430CBCED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3218-26BC-4A47-A65C-C514CD924A1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074FCC7-50CB-4293-57C0-418FB18A3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489141-F045-CBD8-EA93-BE05C8FE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9DC5-3595-4596-9723-D2530FDD41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39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18580-57F5-C0A5-A349-2D4A7589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DA4A79F-2A13-7024-C60C-2095379A0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3218-26BC-4A47-A65C-C514CD924A1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C08AF1C-50EB-9FE5-50DB-571A35A8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1B58B5-8725-231E-3C1B-C7E1C3FC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9DC5-3595-4596-9723-D2530FDD41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145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6E5184-7883-DE7F-A04E-8C136040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3218-26BC-4A47-A65C-C514CD924A1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ECD93D-88BF-38FC-A683-4748022E2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8F04DE-DFB1-E060-DD5B-A1C103EF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9DC5-3595-4596-9723-D2530FDD41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41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F206B-9E29-C593-9FF2-04F60B6F9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B2753F-8138-FC9F-1504-C0D70C45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09B061-9DDC-240D-B3C6-C32AE2BBB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7CD90F-6366-A792-157A-F6495B4D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3218-26BC-4A47-A65C-C514CD924A1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1F7281-8539-A0CD-5799-7910C6C7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63675E-7324-7F2A-D119-D0718FC4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9DC5-3595-4596-9723-D2530FDD41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3035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C1B84-FF08-02AE-9AEC-C14EC48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B8370A7-DFDC-FE9A-BAFA-F98214F6CB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0F803A-E60A-C739-ED3B-46CA8BC28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1FCBF1-6ABE-2159-B27F-37385C5C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3218-26BC-4A47-A65C-C514CD924A1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550223-0424-C97E-4848-564B1093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65BC2E-97E6-6446-9D73-F165A366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9DC5-3595-4596-9723-D2530FDD41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0722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E1ECE-AFC4-E1C4-F68E-5B3E2CC1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B93A57-BBC7-C803-1774-5F7C23F85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D87EE4-37FF-EA07-860F-05770A3C8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3218-26BC-4A47-A65C-C514CD924A1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081449-D760-F5CC-0BD8-066848DB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1FEF1F-D197-8150-1FBF-AC41D76A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9DC5-3595-4596-9723-D2530FDD41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430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04452F-FD8C-6926-4480-03DD5BEF1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A249C2-3ED4-1986-8951-37EFA5C17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A5874A-270D-97E4-1BC0-5D97BFBA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3218-26BC-4A47-A65C-C514CD924A1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D3670A-99C1-8E51-773D-3986CA464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9CA7E1-4E61-B331-0C78-69DD35E7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59DC5-3595-4596-9723-D2530FDD41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03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6265DE-A33C-5305-4E33-3ACA92414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07FE2F-97A4-D099-A177-64B5972FB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CE4F09-E627-D043-B6F1-959FFDC9E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93218-26BC-4A47-A65C-C514CD924A1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54D516-B416-427C-7A45-F5874E37A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C211F2-6344-DE84-30E2-DEEF64A74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359DC5-3595-4596-9723-D2530FDD41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550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184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F1D63-EBFC-B2A5-EB15-648BB044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51031D6-6C63-EA34-2919-8792942C4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28" y="0"/>
            <a:ext cx="86287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10C79-2240-1A57-E4D9-B38F3943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A78AEE-F52C-69F7-9DF2-2921527BC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3" y="442495"/>
            <a:ext cx="11488753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49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6413B-EF5B-B19B-7DB5-87B82E6CD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6A0F564-71D1-0E74-7769-304A0E8F0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7" y="1699971"/>
            <a:ext cx="11355385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7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5A12C-F572-39D6-3CE2-B6BA5F6D6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D239FF7-E5EE-3700-5D0F-AA48B3EF5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8" y="1055702"/>
            <a:ext cx="5474712" cy="472985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156B4AC-0AE8-C9BE-1D59-E58401EF7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242" y="1055702"/>
            <a:ext cx="5157718" cy="474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376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86221-320F-DF49-FFD8-69743BEBB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1916CBE-430E-F261-BCF7-BF255F2F5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440" y="604520"/>
            <a:ext cx="4581440" cy="564896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C0C4816-D2E5-D857-C028-1E3E5A5EE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20" y="604519"/>
            <a:ext cx="5527040" cy="566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08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0BB02-A430-D7F2-EF2A-524954867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CA4D34E-2734-8F7F-8EED-EDD949035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240" y="550005"/>
            <a:ext cx="7335520" cy="57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03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CC82F-93E1-B56A-102D-CAF1B915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16AF8D-350F-CA85-00BD-C89F13FC9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35" y="469463"/>
            <a:ext cx="5756908" cy="54660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51E1669-C955-1BFB-D775-B1AAF4CD9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69463"/>
            <a:ext cx="5756908" cy="591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31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4E0B0-2F0B-F17B-0845-66588A13A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176EA1-DA21-CDE9-2B09-266EC9F18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283" y="728980"/>
            <a:ext cx="4867433" cy="540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006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FAEF2-1EBC-01B2-14AA-F61E40BC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EFDF58-DF70-7F8A-32BB-8AE9E91C2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" y="1778937"/>
            <a:ext cx="10149840" cy="315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04D2B-F4F0-D373-8E47-B7252074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225C1C-6B75-42D2-9787-17F17A9C0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840" y="1700876"/>
            <a:ext cx="7386320" cy="360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371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16A2D-BF9A-AEC6-02BA-288D3B63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68FF321-9322-C9B2-272B-47663CA3A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122" y="1366549"/>
            <a:ext cx="6605756" cy="390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14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41064-2525-DFBB-9F82-A59DB1BD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3A2B83A-62E9-3C37-F3AA-A5953784B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30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Panorámica</PresentationFormat>
  <Paragraphs>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14</cp:revision>
  <dcterms:created xsi:type="dcterms:W3CDTF">2026-10-01T18:24:10Z</dcterms:created>
  <dcterms:modified xsi:type="dcterms:W3CDTF">2026-10-01T18:34:54Z</dcterms:modified>
</cp:coreProperties>
</file>