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71" r:id="rId5"/>
    <p:sldId id="270" r:id="rId6"/>
    <p:sldId id="273" r:id="rId7"/>
    <p:sldId id="274" r:id="rId8"/>
    <p:sldId id="257" r:id="rId9"/>
    <p:sldId id="259" r:id="rId10"/>
    <p:sldId id="260" r:id="rId11"/>
    <p:sldId id="261" r:id="rId12"/>
    <p:sldId id="262" r:id="rId13"/>
    <p:sldId id="263" r:id="rId14"/>
    <p:sldId id="266" r:id="rId15"/>
    <p:sldId id="267" r:id="rId16"/>
    <p:sldId id="265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5FB70-2286-71DD-8778-80CCC64F6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A0BA8B-6F4F-F468-61A0-5E3AEFAA9C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72A287-5B92-3A83-AB13-062F0844B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D7D00-869B-4B55-A56C-77B295E155B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3AF914-05C8-1ED8-AA0F-7841E0CDB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0BC84B-E86B-F588-7465-9FDD6E1B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A89F0-5607-484F-AADB-45D6E0B757A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0080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01B694-861E-E2CC-7D2D-6F8655F5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0B0FB6-3EBD-63AF-9739-D8E78B6CF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D95D45-BFB6-5A57-6EC6-58705E3E8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D7D00-869B-4B55-A56C-77B295E155B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35BFD5-8702-9A31-D68C-CC7265692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B4D529-F86E-53E2-0C02-772790E00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A89F0-5607-484F-AADB-45D6E0B757A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147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DD5A2B-CFDC-9208-3257-D7EE4E61A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939E9C-033D-13FB-703E-728D8D9A6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64D363-8D5D-89E4-B5C0-43C74A927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D7D00-869B-4B55-A56C-77B295E155B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95BD6-9670-4255-3A93-31E49A170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F6F1A4-B0A8-81CE-2A0D-E3C6650F2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A89F0-5607-484F-AADB-45D6E0B757A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6260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D3F69-1759-AED7-3D37-C421A8F0D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1A8BF3-5D63-4761-FF1F-12D496EE3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DD42BE-CFA7-5A06-9EF8-E73C9DEE2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AC5F46-4792-8B92-ADBB-17FE52D9F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D7D00-869B-4B55-A56C-77B295E155B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2D3A2B-4DCF-CBC1-8A12-6A22CB6D3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375454-EC59-2828-538B-E40735811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A89F0-5607-484F-AADB-45D6E0B757A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041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C1737-57FA-20F3-076B-7DFCF0BB3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EF2D9E-452A-6CE5-268A-1D37E2BE1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DEF617-0CD9-19D9-0669-17DC151D8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6E57DB2-DC6C-C40C-4EE3-8A78D293C5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39C1773-7137-E5A6-D8FA-A8658B4034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1CB4837-2AE5-E940-64DE-6EE9CD149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D7D00-869B-4B55-A56C-77B295E155B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9952E51-141B-81F1-96E2-2AF31EE8A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C076C33-F212-801B-8EA4-75368C8BE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A89F0-5607-484F-AADB-45D6E0B757A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0790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47386-5F0E-43B5-8BEC-5F7B821BF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EFC450A-4AFA-B43B-AF8B-20DD9D896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D7D00-869B-4B55-A56C-77B295E155B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E3F6A28-C81C-817A-16F6-7467DA248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FB9DBA1-42BE-1540-950B-EA64789F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A89F0-5607-484F-AADB-45D6E0B757A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4490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7EBBF77-843C-D2B2-0275-AD2B0D1D8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D7D00-869B-4B55-A56C-77B295E155B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9CD7983-45AA-B30E-249B-FF521FA2E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67E585-ABA9-126A-25CE-FEE36D3C3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A89F0-5607-484F-AADB-45D6E0B757A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6662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0818B-BFED-9A7E-70CC-4555F2E2A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89ADB1-61CD-E5A5-A04D-3817291BA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7284D8-CB33-DB99-B6E2-5514C2E2A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A22E71-517B-89C3-DDED-EAD85C1E0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D7D00-869B-4B55-A56C-77B295E155B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7C5422-2987-13BD-A6BD-1EB0E6DFC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E6168-518B-579D-5706-93E614D22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A89F0-5607-484F-AADB-45D6E0B757A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8368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B029B-47BB-F2DD-4EDB-1D144A900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B02A6A3-031C-06FB-4ABC-BE1BE76B2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17A1CE-ABC9-F072-335A-466EBFC1C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4AAB63-8EA4-5C7E-E898-3C4628E17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D7D00-869B-4B55-A56C-77B295E155B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109C8D-4A90-2283-7537-F3F4D9AC2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946114-A39C-CBA0-812C-6E9809985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A89F0-5607-484F-AADB-45D6E0B757A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6268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1F69D-D0F0-1EB1-B786-67722F72D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8E3ECB5-9D76-F050-45C1-84E83F4D9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7D0798-AF22-3BE9-8C26-4B2483908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D7D00-869B-4B55-A56C-77B295E155B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3860D7-A1EA-0CDF-6F48-22631696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87B707-E491-07B6-BB0F-C11F52077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A89F0-5607-484F-AADB-45D6E0B757A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9160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AAD00F-9FCC-F44D-1A20-20EAA200AF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F8118F-942E-EEA6-3FB3-9EC9870FF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0A639E-C438-BEA2-C429-75B4665D8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D7D00-869B-4B55-A56C-77B295E155B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821A32-F4E9-AF6B-DDD6-E96A241F0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81662A-1E5E-9BC4-A95A-F39E2D9D1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A89F0-5607-484F-AADB-45D6E0B757A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032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B7CFA39-21E2-66B1-EA98-EE1089EBF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627AF6-0987-C5C7-3A6D-160B72F88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065DE7-78C6-106B-B2C4-BBADA643C2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6D7D00-869B-4B55-A56C-77B295E155B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DC47F4-F29F-C8F5-532C-63E2BE149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4955F2-7812-43C6-4E20-AA4C37270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7A89F0-5607-484F-AADB-45D6E0B757A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7632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0826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087D7-67D6-05C3-D885-F5D21AFEA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B93D41E-2A2E-FEDE-BE0B-8D88E0261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29" y="0"/>
            <a:ext cx="107415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979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6F237-5697-F1D2-2191-37FF707E7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1A0FF8C-F3F4-F225-9D0C-DB67D619D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21" y="0"/>
            <a:ext cx="101455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651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96EF1-0D51-9CC4-47A4-BC753BE4E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BD2EA9E-015B-F2F7-72C8-7E59CAF24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6591"/>
            <a:ext cx="12192000" cy="330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38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CA43C-5710-7B1D-4B94-3B84E4BFD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FE8B714-7AD6-D310-EC90-9A594080E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663"/>
            <a:ext cx="12192000" cy="649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192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DE33A-F539-3D48-285D-ECA6B894F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A019C54-0DA7-361B-ABA1-853BDE4E8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477" y="0"/>
            <a:ext cx="79490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54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32FAC-A44D-94A9-0A21-DF54A8493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79E8F78-7A07-0648-AEE8-B83DE5F9A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940" y="194811"/>
            <a:ext cx="10174120" cy="64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407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E1265-FE3D-BC45-FB97-53036CDFB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9DE601B-E979-15D3-36FC-C08FA26FE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" y="1438811"/>
            <a:ext cx="6592825" cy="431022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685DC35-EDDB-DA25-89F4-926340FC5F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482" y="1438811"/>
            <a:ext cx="5269788" cy="435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30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ECE7F-0256-D60B-B882-7F47B51A5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D325C3D-F877-1094-31AE-33F65CE0A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831" y="1139995"/>
            <a:ext cx="7260337" cy="457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007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52A60-E2E0-4940-45EC-1E5CF3BF2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7C9A80A-0E4A-1A4E-A288-673308BC8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751" y="1354452"/>
            <a:ext cx="7040498" cy="414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11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05284-9B67-C670-200B-1F47E345D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2066B18-478E-A225-C58A-5343C3524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456" y="1505712"/>
            <a:ext cx="7016496" cy="412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85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CBA08-4AEC-5A40-1D4A-A6FADF2DF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4631511-178A-DC07-0179-C54E771D56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75" y="381000"/>
            <a:ext cx="855345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95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6B350-359F-7C44-F8A2-4CAF61FF0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E2D7898-2E3B-07A2-E981-A9DB7F36B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788" y="1697369"/>
            <a:ext cx="8726424" cy="346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818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9E4C5-BBC9-4200-B68E-A34C31896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C2A9B19-C26F-7781-82B8-E7BBDF882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977" y="1648230"/>
            <a:ext cx="6472046" cy="356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820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0911B-28AF-C063-B114-CF3DB063A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5535BD7-E350-4492-5E30-980CFD8E7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618" y="1340452"/>
            <a:ext cx="4880763" cy="417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866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1D5FB-67A7-68D0-8F5B-DE13C7A6C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8DF37A7-2A93-DF0A-379B-4EA30127A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7571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Panorámica</PresentationFormat>
  <Paragraphs>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18</cp:revision>
  <dcterms:created xsi:type="dcterms:W3CDTF">2026-10-01T15:11:50Z</dcterms:created>
  <dcterms:modified xsi:type="dcterms:W3CDTF">2026-10-01T15:25:14Z</dcterms:modified>
</cp:coreProperties>
</file>