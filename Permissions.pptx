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63" r:id="rId9"/>
    <p:sldId id="264" r:id="rId10"/>
    <p:sldId id="258" r:id="rId11"/>
    <p:sldId id="259" r:id="rId12"/>
    <p:sldId id="260" r:id="rId13"/>
    <p:sldId id="261" r:id="rId14"/>
    <p:sldId id="265" r:id="rId15"/>
    <p:sldId id="266" r:id="rId16"/>
    <p:sldId id="267" r:id="rId17"/>
    <p:sldId id="262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5A3F9-B5CA-CC9C-50F2-5A5EB4A48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17D7A2-5BEC-F826-F4E5-5E55C7157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B6F07B-69ED-918F-95E4-81158A98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142841-2A2E-93B3-A000-64EABF85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90D80A-99DE-5B50-762F-0979A6D7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952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9A6AF-E4FC-5220-25FB-4AAEB9D6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703DB8-62B9-C471-8B94-B941E5CD7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AA27AF-8185-9D8C-28CB-D808EC53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B4C266-1E85-5743-B5F6-3A46ED7D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F7234F-477F-BDC3-AF05-709CC317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31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A91EB-867B-F5A6-9BC5-E930C572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B33049-9210-709A-052F-7632A2569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586D5D-A407-18E1-20B7-AD8336BA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38D237-1D7B-383F-D186-E6356BCCB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ADAC1B-39BA-5DEF-EF80-56ADF0D4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40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8402-A49C-B4F0-1D33-AC236F33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C0B889-8CB1-004A-EFD0-DB5478601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1659F1-E33A-F818-97AC-85150A1D2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09DA10-45BA-95F3-21BB-8483F40A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21A1A-4351-7540-554A-24481ACC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008479-2823-BB01-1DBB-949BFA8A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367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DDFEC-EBD0-6CB4-C4DD-64D4FF35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443AD1-9AD6-D39E-DC28-D23716504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95F1C9-6780-1A5E-2D34-C76F69EC0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471AB9-EDF3-8CF5-55A5-EB494BACC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C76A78-6503-054D-7429-EB129FA21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B75F8E-57BA-D855-3935-E4844EF8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284EDF-DF03-DE25-D9DB-DC157728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170B066-E6D9-99C4-095A-1864D302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456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6B064-9235-2DB2-DF43-390ABFC2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D56C43-186E-E6D1-A808-AAF82353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6FD993-3759-463F-194F-B3B2FE5B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CBF85A-A554-6E87-1D8D-363ED3A6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846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CB98441-5419-BDD2-68B2-F104CAB3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D1510D1-099F-28F7-0242-EB5CB702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E3BCE9-CFA5-E020-4672-C8781DF6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316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62342-30B7-96AE-BE93-3E2D1471D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93B7FD-881C-C835-010A-8DB9A91F4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2CBFEB-0DFE-8D54-7F24-101E03BA7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7E485B-A4FD-E252-313B-46FF1235D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54518D-78B2-EFC0-EE61-DA7E7794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D397B7-8EDA-9D92-B21B-E900CC4D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5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55CF3-CF5F-5878-33A9-85C3B3FC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F99252-DA45-0B70-A879-A6EE68318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B2DCE3-8744-1843-4334-F43635C78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CC93EF-AF31-EC95-FB78-2984A4C6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187288-E8A1-2C12-DD3D-B3947542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D9ED9A-2667-8E3E-0A5D-FAA7101E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90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AEABA-5FD7-1573-E8BF-16E9F6E7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2206F5-A79B-0664-BFC9-7187CE193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9F3DA-B51F-35CD-DC71-6A969E77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F2D928-466D-B67A-155E-30DA03B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04D179-D0D5-86D8-5923-6860FA06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068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6B8429-7B02-0C9C-7F5F-B207E9D92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151896-4C0B-867F-C3A7-08C0A7118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30CBD-E292-F13C-F94C-455CB556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BE4D32-1F31-1C8B-D19F-EA5D7B27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D1C87D-32AF-CE21-5978-312BE530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317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37777E-A7EC-5CD6-1D65-E481438D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77BD80-B3F1-B677-EC76-D150BF386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E0E0D1-F35B-F3B4-A737-55B23B78D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2CA13-AA8B-4331-9D9F-A32E4D277D67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E21012-EFB0-1CAD-409D-59C66C9B3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3D3C54-88F9-C725-5081-D491418D9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45611-E17E-4A9B-A2D6-B8F70005A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124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344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86F2-2468-6BD6-A3E5-4E96BE3E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65BD6D-D872-C7EB-6735-4A5324E6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01" y="0"/>
            <a:ext cx="11147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ED61-2D33-E491-F187-EFF1FE26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E0C3BB-5CDD-7999-1B03-27DB8A62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16" y="0"/>
            <a:ext cx="10908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1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E4312-450B-3DC4-418F-A9A92B99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437CE3-A5D7-8951-0F1A-AE7F2BE22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02" y="0"/>
            <a:ext cx="10789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5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9EB82BD-9719-F67B-AAE8-11445E72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777"/>
            <a:ext cx="12192000" cy="408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1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5EABCF-A5C1-CF48-16CD-0A3DE9DA1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88" y="0"/>
            <a:ext cx="11621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38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0115-B7D6-B837-2224-7FFC1D34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ADFC2F-02FB-6086-F3F9-8350F6ED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04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BA19B-631C-1F1C-3A30-78A2E5A0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3E3EFF-F560-D7D7-9DBD-952A6A97A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61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F1EE-4E3A-D35D-17D7-3EB27F12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EB2B74-D081-11BD-FB03-C40522FA5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8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E27A-1B09-38C8-56B0-FE917182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6A4F15-6848-AF99-1C36-45518A8B7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44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59EE-43E2-EB2C-4B05-39C7A758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9A93F5-00BB-4723-71DE-374993C03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5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F5C7-EBBC-A188-FE71-064A8307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2DBD53-759D-56AB-17AD-28E15CDA0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8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5046-C9FB-D959-D11D-0E1C1F7D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807282-386B-B83F-BC70-F275BBEDD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7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13DDB0-B185-87EE-63BC-F26CC0DAE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50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413D-25A0-6BEC-C230-CC9A4218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B4A49F-A983-E80F-75B4-FF46E710A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08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4AE74-88F3-9326-33E5-0AA8FE3E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3F32EF-F65D-0723-B3FE-DF14C22EB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16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A8FBD-CFDD-1600-C054-2808AA5E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F71F13-623A-7EE9-26AD-0053BF96C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59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16</cp:revision>
  <dcterms:created xsi:type="dcterms:W3CDTF">2026-10-01T11:25:34Z</dcterms:created>
  <dcterms:modified xsi:type="dcterms:W3CDTF">2026-10-01T11:47:44Z</dcterms:modified>
</cp:coreProperties>
</file>