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63" r:id="rId5"/>
    <p:sldId id="260" r:id="rId6"/>
    <p:sldId id="264" r:id="rId7"/>
    <p:sldId id="267" r:id="rId8"/>
    <p:sldId id="268" r:id="rId9"/>
    <p:sldId id="269" r:id="rId10"/>
    <p:sldId id="266" r:id="rId1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6CCF1D-D180-4D2E-C59C-6650030CBA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A7DD33E-4644-794A-4A19-189E8CAE95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B737A9-4E21-0DDC-D69A-6D725062D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2E130-230A-4C61-8E29-D9EE7ACC6CA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B43922B-143C-DFC6-5B1E-686691690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3DD6D5-A815-8760-0EEB-685E7A2DB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E8907-E3D0-4FF9-A5A9-9B8C9AD841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2418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90CF64-900F-2368-700C-F001D1890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8BBB7E-5312-E740-3E2E-51DD4F39B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13A122-144B-41A5-E4A0-286DF9DDE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2E130-230A-4C61-8E29-D9EE7ACC6CA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9D6FC9-6398-884D-6804-E5EF41482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535F11-C94F-B1ED-3B19-40753B52D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E8907-E3D0-4FF9-A5A9-9B8C9AD841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4004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520EDC-9403-976F-74A2-901B9619A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B38EEA5-E9C8-C5D7-686D-A7D017B40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CED874-9E55-44F5-4EED-4CE3096A1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2E130-230A-4C61-8E29-D9EE7ACC6CA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D99CF3-62FF-9774-EC1E-6361A1169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D83B25-0A39-EE80-A2F7-F39D91F45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E8907-E3D0-4FF9-A5A9-9B8C9AD841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91107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CD38C4-717F-061E-39CC-C85742243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2B0C627-E4E4-94C3-AB79-6B2F321CDB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CCAB6A3-BABE-5FD9-B1BF-F90FEF017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201C9F6-A8CE-1333-54E4-2FD1AD47F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2E130-230A-4C61-8E29-D9EE7ACC6CA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BBD957C-F04F-B90F-E4C0-A5319083A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AC1A973-B053-5A5A-A40C-E22CF2920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E8907-E3D0-4FF9-A5A9-9B8C9AD841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872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B775FF-9A9E-66F7-D4CF-F53B253AE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84B59FC-C524-386E-8B71-CFE36E18B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31D42E9-25A6-9471-906B-D4D741BBCD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6E9F88E-4CB7-9790-E03C-2CEEE85C3C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216FEEB-9118-D7B5-2CC7-36AE99DD89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C939D38-6D6A-87AC-E574-5EFEE73DA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2E130-230A-4C61-8E29-D9EE7ACC6CA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5D0E621-3EE5-C9AC-8BEF-8EC86A0AC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67C43A4-79C1-8674-0FF9-A0AA554A4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E8907-E3D0-4FF9-A5A9-9B8C9AD841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6013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475B2B-1E94-0198-D164-A0DC26FAC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5EF3B21-8DFC-9D02-3D9F-B50F511ED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2E130-230A-4C61-8E29-D9EE7ACC6CA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8088AD5-7F95-C6B7-35DC-531ED637D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3D5B3E3-3ECD-B501-60ED-BE4902A69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E8907-E3D0-4FF9-A5A9-9B8C9AD841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89418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62D051E-C49B-3B40-D9F9-F7DA73F42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2E130-230A-4C61-8E29-D9EE7ACC6CA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EB61CF6-A6E4-120C-35D0-B57DC8BD4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CB13B9F-1AAF-D3BF-F561-BDC27A99C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E8907-E3D0-4FF9-A5A9-9B8C9AD841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65450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3C6550-B31B-705D-C009-7E914D8AA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CFDD3B-6688-8DDE-D2F2-C8A340BA6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4D03A2B-5177-E4A1-2570-E7F3ADDFC4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D992327-03BA-99B8-8519-598796D30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2E130-230A-4C61-8E29-D9EE7ACC6CA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E9AD9D-D829-A5F8-90AD-742D4A458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9FED534-F414-C539-6BB6-C2F9046B5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E8907-E3D0-4FF9-A5A9-9B8C9AD841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17800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18882E-F355-19BA-A4C1-C4879076D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287BBC5-EC1F-EFE5-1A38-B3BF8D388F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BEE71CA-6A9B-7F50-EFD9-8D3196931A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3AB84DD-14E8-A925-4984-655C62FC9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2E130-230A-4C61-8E29-D9EE7ACC6CA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ADDB162-A136-E1AB-A61C-CE51D8D22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E571F00-0ABE-7B3A-CB2B-98303A12C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E8907-E3D0-4FF9-A5A9-9B8C9AD841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5110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420716-BA1C-EA17-92A3-82253F99F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45270D9-3E16-26AA-5E4D-8B4072028D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AE0E92-C8E6-B1F2-B875-59287DA73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2E130-230A-4C61-8E29-D9EE7ACC6CA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4F9287-1C7E-4BA0-CB69-6EFD9BDAF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AAA255-73AD-4B8C-B57A-79E546664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E8907-E3D0-4FF9-A5A9-9B8C9AD841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52594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C01AFBD-AC00-0EF1-73AF-855C672E5C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8278B08-3C9C-1AB3-B6D9-0BD42063BF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D3E516-08ED-132F-52AC-3AA731C58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2E130-230A-4C61-8E29-D9EE7ACC6CA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3B8F82-23A3-A08E-B96E-075952762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56AB9C-609F-42E0-2B77-789488367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E8907-E3D0-4FF9-A5A9-9B8C9AD841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729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A297DD9-06E2-1759-D59F-7E262883E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3C46E22-409D-97D4-2771-99F1E0C80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F4C404B-71FF-D1E4-61AF-12DEE73C38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2E130-230A-4C61-8E29-D9EE7ACC6CA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43B904-FF46-5D71-FEA1-515C6630FF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664622-46D2-BC56-24B4-61CD1CBD2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FE8907-E3D0-4FF9-A5A9-9B8C9AD841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6163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3167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62473-036D-CC2A-9200-51D610E44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416D779-EB12-A30F-D3A6-F30CA1237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55" y="0"/>
            <a:ext cx="121242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879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B2ECA-1C42-3E37-08DC-6989FA955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81C3FCA-BC0B-CC0B-A7F9-BBE7F01B4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7393"/>
            <a:ext cx="12192000" cy="6123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507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0BD02-ABCD-4EAE-E498-A706578E6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B172E02-D70E-9E9C-4E27-D8667792C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41"/>
            <a:ext cx="12192000" cy="6825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728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3817F-75A6-0540-21E2-6E4C3976B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7FDBF77-DB0A-F191-C6CD-1DA7B76629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79" y="723845"/>
            <a:ext cx="4690873" cy="539450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B55B79B-BD65-E0AD-A565-BD51786445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6648" y="723845"/>
            <a:ext cx="4390976" cy="541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035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15361-0466-EAB9-F6AC-6E06CF815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F1636C5-79F1-28D4-13F5-50DE3DF08D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150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BABC1-F9CE-CC12-EE9B-C23BCFDB2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D80550C-35C5-EAAC-C8B2-2707C9E9A3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6214" y="0"/>
            <a:ext cx="52795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432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F4D0C-E5DB-FB01-EDD2-B54679E31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A54E3C8-3E50-4560-000C-03BDCD65F3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223" y="900684"/>
            <a:ext cx="5162520" cy="471830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5AEA104-AE4C-07D7-DDBE-3E45283B38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9875" y="900684"/>
            <a:ext cx="5609902" cy="5056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667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A3C87-3507-742D-9CD8-205BD1CAE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5B465B-0082-6F05-948A-A6440044BA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9888" y="740664"/>
            <a:ext cx="4832874" cy="50643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1E98CFA-9AEC-33D8-2D4E-8DFEDE149B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3760" y="740664"/>
            <a:ext cx="4288324" cy="5064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696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7DB96-34A1-C8CC-0F0D-89F43AD19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DB7F3D8-C437-218D-0511-C05281B23F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7032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Panorámica</PresentationFormat>
  <Paragraphs>0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Coco Enríquez</dc:creator>
  <cp:lastModifiedBy>Luis Coco Enríquez</cp:lastModifiedBy>
  <cp:revision>12</cp:revision>
  <dcterms:created xsi:type="dcterms:W3CDTF">2026-10-01T16:48:07Z</dcterms:created>
  <dcterms:modified xsi:type="dcterms:W3CDTF">2026-10-01T16:54:41Z</dcterms:modified>
</cp:coreProperties>
</file>