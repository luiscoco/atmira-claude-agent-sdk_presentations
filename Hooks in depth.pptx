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71" r:id="rId4"/>
    <p:sldId id="258" r:id="rId5"/>
    <p:sldId id="266" r:id="rId6"/>
    <p:sldId id="268" r:id="rId7"/>
    <p:sldId id="269" r:id="rId8"/>
    <p:sldId id="259" r:id="rId9"/>
    <p:sldId id="260" r:id="rId10"/>
    <p:sldId id="261" r:id="rId11"/>
    <p:sldId id="262" r:id="rId12"/>
    <p:sldId id="263" r:id="rId13"/>
    <p:sldId id="256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F0CA6-546B-EA20-BA4E-79FC44C1A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BA7130-F61B-20C3-E928-F7BB82334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33D76A-D088-6554-FE28-BD2C17DC6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400B37-AC23-5D69-724A-39D333AB1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C02F3A-BBD6-EC99-B660-2C08DCAA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473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C1235-83F3-DBC0-F6FB-A4580D482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C2C1D0-AF48-BFF0-D371-3670E1CF9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2529A8-E25F-969C-2FCB-97934CCDE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2ED161-1908-5ADD-0086-7917D4DC4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551F3D-7376-02A3-52DA-A4B331BB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293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8A8CB-3438-EEC7-4A9D-2C0BAFAC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8B2A2B-9619-0066-670F-058BB62E7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A54BEA-5534-777F-A1F5-9B6B9B9D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268C79-6842-B573-1241-EBE403F6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EFE6E5-DBFE-F522-93A5-FA99B72E5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2847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8AFEE-DDA6-8681-0810-03D61C47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64EA1-6F44-2D9A-C9D7-22F889162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AE7572-6654-D1C7-311F-7ECD7BEF5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0304EC-672C-53AF-3120-56E5962BE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61A5C6-6E7B-CA88-4C33-E39EE250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B78219-A5E8-EDDB-FE73-D8D24E1A6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367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87ABB-4EE5-9EE7-A1B6-904BF88F8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C1BF8F-0CE1-7F94-4F16-C856C7A7B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FDE010-AB8B-FBD3-F291-C87D8098B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18F40E-964C-F5D3-339D-2978C32AC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E1F5D91-F3E9-97D2-45A6-4B40BAB70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A9CEF65-5C5C-7397-6AAF-E7B7695F0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DE90C0-8166-3BA8-75F1-9FB860CD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B35F319-AD0D-289C-190F-BE4D669E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337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C1A81-863F-64F0-F3B2-54023C40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81D5946-EF74-3D6D-7DE0-D20C1AE3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3CFAF3-580A-F681-E893-FA3BE9F9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980FE3-03E4-E739-3CEB-C81BA9CB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9040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470726-4BE4-F6D0-302A-D31ECA47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0A62EF1-E7CB-0E5D-F1EA-68F2EF2DB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A9EC6E-A14E-F97F-D902-3093EFCED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77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F53F6-B57A-012A-88FE-FC7B1A90B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48C819-7441-931C-9DA5-6B9930F36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D8E1FE-2465-A09D-18B7-58A58EE47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2A6DC5-F608-0520-1605-CD518B50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6F0064-AA13-96FA-0B75-0BCAE88E9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3A2830-F184-99A0-7F09-0946CA8C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7484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0A7E1-0E97-CB6C-C0D4-DFC429B8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F7715C-85D4-0D7D-375A-242F397A7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4EFA92-030E-6587-2A03-59EF36E8E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9C56F0-A48F-FDBE-6A3B-D580F615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70F86C-5DBA-63E6-912D-55333AD1C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DD0FBF-10B1-A8DD-6116-6441D3E18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21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8CB19-A59F-89FF-C85B-C12CC412D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3FEA01-EAEC-3F5D-9500-9FA6EC045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731688-76C0-1843-0113-73004E85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F713AF-763D-5EAC-8781-A4BAFA27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B04C20-BCE5-378E-3286-33BCA702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659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411C63-AAAE-A600-7A6A-0889BDCE5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11532F-7017-FF74-F63A-4FC08A019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CDDF53-17FB-B717-0F15-D678702D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155509-5BDC-CE5C-DF51-88BA0041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5C716F-5A3B-523B-B7BB-252B99EE5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18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935A29-CBCE-AA94-535B-2A4D3002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A21138-6E2F-CFFE-15D0-84FEF2DA6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42BF0-FE9E-A9AF-890D-A95091035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CD459-8630-4C7C-8AE9-9A4AD903F518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F8251A-264B-8958-9EDB-E8774EF12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7B8002-8F46-E571-1D0B-AA9D87171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5EBD0-463C-4A37-AC93-E4D2E3B1664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96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391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231D2-795E-36F6-5DB8-D6BD2E70C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3A0684-2EDE-088C-EACD-090B52946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85" y="0"/>
            <a:ext cx="7750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13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C207B-94BF-3ED7-1AAC-082346A7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18C059-ED78-EF1F-E582-9ED7F0C27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05" y="0"/>
            <a:ext cx="7677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20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86C96-0F8B-67ED-E5DA-E69689EC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C85EBE-05E2-D059-482C-90A6D868C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208" y="1103757"/>
            <a:ext cx="6577584" cy="444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9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E78641-84B9-A70B-713B-B9AE08A4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E04B74B-F906-43A0-4E01-D7AC93970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613" y="1158195"/>
            <a:ext cx="9296774" cy="454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83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62A9A-8722-2727-4C97-E5D30F5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25E8D9-4AD9-FCFF-6BE5-015986273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21" y="1368933"/>
            <a:ext cx="5287920" cy="33446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9C3DE42-D284-69D6-8A1C-C21EDD483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562" y="1368933"/>
            <a:ext cx="5785276" cy="449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9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B1F40-9B62-E7B6-4672-C60893AA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0A07E4-8797-A491-BCAD-44A999432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" y="1648015"/>
            <a:ext cx="6687491" cy="356196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718C7EC-08F5-131A-F755-FE27EB148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29" y="1648015"/>
            <a:ext cx="5258943" cy="383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53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18D95-28E5-E6E1-810B-C506E705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3DED8C6-BF32-0038-24D6-1B342AF80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27" y="1441226"/>
            <a:ext cx="4911378" cy="395725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7E88330-215F-F28B-168D-B64230A58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485" y="479678"/>
            <a:ext cx="5409276" cy="29401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A68F3AF-0888-5743-FBC6-0AC20353E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342" y="3557016"/>
            <a:ext cx="579741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24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F3105-9CD0-7BF1-D132-7AD5B5139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9B4AD4-1222-EA2D-87FF-1E5537372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92" y="1721167"/>
            <a:ext cx="5736808" cy="341566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BA2B0CE-003B-1BAB-BF2A-1EB70BA0B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158" y="1721167"/>
            <a:ext cx="520065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54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526D7-9F15-71F7-5B1D-841DAD9F2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21A142-2351-8E89-2DB2-7BE2FCA6C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641" y="101600"/>
            <a:ext cx="7571104" cy="352183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328DBB7-FEEC-898A-9497-2709A4002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899" y="3739018"/>
            <a:ext cx="5484587" cy="311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1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31DEF-150A-4ECE-C12B-158B41A1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029807-BFEF-E632-9420-F0BF61942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825" y="1457325"/>
            <a:ext cx="889635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871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86AE7-8F47-6DE6-8EC6-DE0AE0C94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DE19A10-C2FC-EA78-453B-487E00A04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216" y="0"/>
            <a:ext cx="4595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9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77BBEFF-A1BA-2097-8027-5D3B07AB6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111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18</cp:revision>
  <dcterms:created xsi:type="dcterms:W3CDTF">2026-10-01T16:27:07Z</dcterms:created>
  <dcterms:modified xsi:type="dcterms:W3CDTF">2026-10-01T16:37:09Z</dcterms:modified>
</cp:coreProperties>
</file>