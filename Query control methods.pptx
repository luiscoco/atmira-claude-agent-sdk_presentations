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6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AE5E8-9CC2-4347-3032-32043337E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3E7DF1-7713-D999-AA4F-164BD1C8C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3E68DE-EE0B-B4CE-1233-42A078ED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7BE696-FC5F-A957-A7EC-E992A6A29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16C33F-79DB-95F4-1568-4676DCF0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450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E3A46-7EEB-C1C5-8DAD-7D605CDE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356630-86ED-8E1C-DC9B-6990AEA17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315E6D-6E08-F14D-E7FF-4D0F4ACF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8474FE-D80A-FA68-77DF-0F2023F7E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9CBDD-83D8-251B-E338-BF9889B4C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3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76691-6472-8360-372E-AA50948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D70ED0-B049-E14F-A792-D9F747211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6C4995-0557-780F-CF20-E716142D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D3EC21-785D-E8D2-10B6-3C46E47C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8C031D-5F64-191E-1AC6-EA64F674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7180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81724-7B8D-6C9D-EB4F-7FAA853E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F9BC8D-B5AC-0189-FE4B-3B6F8C17C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90DDAC-9FF7-498C-933B-96D520054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E2CC1F-7483-77F1-483A-87F30FE2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5994A9-417A-5AF8-0E75-965734B5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E60D92-53A9-69FA-1931-DD8669FD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073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812D3-8BF8-1E03-2059-A75AAE52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7874AD-532D-C09C-D926-945C50F4E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841EB6-C7D2-31B7-71F1-5EF7E2A31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AF557C-420E-5D3E-080D-6E01FE296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1BCBC5-F2CA-3A7F-DA69-14AB34FC9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2D65A98-376F-88B2-6668-85903885C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FE77325-2F87-66F1-6ADE-6B8B458A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7396608-7548-7ECF-DAAF-5E494FD3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768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A2054-FB4E-682D-0917-3D03ECCC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60EA244-61AE-B157-09FA-AF86A80E2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47329B-29E6-C1D7-6F04-B0F4685D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DA10EF-FADE-C5FE-933A-B8B027E3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26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07EDE0-FC48-B51A-3774-B5763C8B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20E99E-A51D-CE3A-B842-C725C822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B4F73B-DB3B-F65D-9AAA-FA9BD7AEA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234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CC7BA-D6D6-6C4C-E6A7-B51862DE2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771A56-E53D-9405-31E2-76CF6D621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D63069-3B05-22A9-4B38-4411699AD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56912B-4D51-EC6A-47B4-79910E0C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5FB565-B7DF-E145-1E02-B7D58F95C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11AA72-AE6E-2B12-4D42-C0D31C2F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604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3FD9F-DD70-5BC0-38B1-111EA929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89DFD1-457D-545C-FA1C-1D93104F0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59D21C-7171-D61F-3C3F-7D6218C1A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30D41F-98A0-A744-482D-CC3D9873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799866-518E-CB69-3096-4B72FF408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B0EEA3-6B21-22B2-1806-3C3232C7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858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FBDFE-DE52-9A36-8ACE-17E33480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6CA6F9-35C6-DAAD-0E96-7E4336EA6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54730C-6982-5845-9D59-1E1D5544F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DA4959-2CCD-D3DD-7E47-D300353D5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814D02-AD5A-89CD-314B-F52C6C82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87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E79E93-9093-EF77-439B-DAB1DFF1B4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C37B0A-DB00-E115-74AA-D0C6DA3F2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1567B4-D254-D68F-B7D3-A145F3D9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FDCD6F-115F-2841-EA4A-81E24D07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F1D6FF-CD4D-8035-2F41-0A15C752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760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12B2330-ABA9-C054-D544-C3C3891C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3AF881-437C-908F-DC74-C600F8B00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329A50-77C5-5DB1-8BCE-A2971F16C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0F06F-816E-4625-A3D9-5C180370075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5DD7D6-8C56-CF99-7608-2C4070067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3AD2C1-BA7A-09E7-3D03-453260A19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E376B-0106-4030-962F-DC8F8D95AB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762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61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8E1DD-88C5-CAE2-31F3-4E50D10E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A02973-1997-9B6E-9701-AB3428B7F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16" y="0"/>
            <a:ext cx="10160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3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1D315-AE5F-FAD4-6D5A-49A07D332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47EFB9-5181-8A33-7FC1-4B1BA2A10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88" y="0"/>
            <a:ext cx="10317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57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4823C-3539-D071-60E6-C91D674A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E6011DD-BC07-D8A7-E827-3123BAA85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04" y="0"/>
            <a:ext cx="9521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3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5AD60F-C43D-3F3A-6134-32E05945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A53F92-174C-8F1E-FDC4-84068D4AE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76" y="774322"/>
            <a:ext cx="4724324" cy="51056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09C6698-EDEF-2463-460B-DC7943BF7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630" y="783466"/>
            <a:ext cx="4413497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75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F8553-9D9B-3454-9168-CB5C3B3B4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1AC41D-8778-A072-8AD2-86297DEE1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707" y="0"/>
            <a:ext cx="40265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3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5F270-370F-8233-C735-03137C29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63BF44-CDF6-27B5-9369-F925B7F24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531" y="0"/>
            <a:ext cx="5918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6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600D3-9EE4-CB98-8C50-2A1C50D2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DDFAAB-1470-8D9C-B23B-EA29F9E7A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75" y="1400556"/>
            <a:ext cx="5639334" cy="36382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DFAC94F-315E-57A4-8C55-49E6E6A94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160" y="1400556"/>
            <a:ext cx="5520265" cy="405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74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5AD01-B4CE-411E-89A4-977EBD1D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ADCADA-A4AC-0394-82BB-9FC5303A2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82268"/>
            <a:ext cx="5431394" cy="402761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14CB4FD-E330-DFF1-827E-F952F50C3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6" y="1380820"/>
            <a:ext cx="5099150" cy="402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45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DE9DD-3173-397C-A0CB-1924B6475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BA5AD0-4715-BAB0-8059-7F5758787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42" y="1791462"/>
            <a:ext cx="8395716" cy="301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83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6570D-2DB5-3B34-5490-0D2F1DBE7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F970EF-3784-D544-5F6F-22823F50A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90" y="1628523"/>
            <a:ext cx="6773220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70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79D86-DB07-6280-1B5A-4047A0B9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C1F294-A291-26B9-33CB-5925949E2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74" y="1642813"/>
            <a:ext cx="6096851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47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09C01-4829-14F3-39C3-C678C3F64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458042-E348-4CBA-6F50-955B886F0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875" y="1581150"/>
            <a:ext cx="581025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38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BB56-A1E5-6824-6125-3090972C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1F9EEB-1A8C-E0C4-2F3A-31019D3A1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30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Panorámica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19</cp:revision>
  <dcterms:created xsi:type="dcterms:W3CDTF">2026-10-01T17:50:56Z</dcterms:created>
  <dcterms:modified xsi:type="dcterms:W3CDTF">2026-10-01T17:59:38Z</dcterms:modified>
</cp:coreProperties>
</file>