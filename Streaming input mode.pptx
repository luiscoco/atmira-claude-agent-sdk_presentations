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9" r:id="rId5"/>
    <p:sldId id="268" r:id="rId6"/>
    <p:sldId id="257" r:id="rId7"/>
    <p:sldId id="259" r:id="rId8"/>
    <p:sldId id="261" r:id="rId9"/>
    <p:sldId id="262" r:id="rId10"/>
    <p:sldId id="265" r:id="rId11"/>
    <p:sldId id="264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23DBA-4A40-63C4-BD70-886F692AB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D7C023-FA0D-AB57-5159-4781F60D9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7131EE-84B4-8E67-2816-926503A7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E69E76-C025-EFE0-A3ED-51FFE66C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B5DBA3-EAA1-B6E7-48DB-08178266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229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21DBF-7B36-8AD2-2987-23BB76BB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FAAB6C-DD7A-A65D-49A5-629E4792C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3EA96-6E22-5F1A-5C09-B9D09BCC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05F3E2-0BC1-C3FD-E3BF-4DD3AEF0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0A5368-1827-BB7A-4533-94A52CA6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97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3C3DA-41E6-4AB8-B50F-E6FE02BEF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0AF190-A113-9CFB-7C6D-D36CF97C4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416C4-F09F-A03A-4D4B-B5FA7D231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13E86C-0291-0A49-584F-0EB38B26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64FE1-AA0A-1B7E-1DD7-665C1ABD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092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657EE-22EE-5DF6-AC91-E262FD07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4A490E-9204-649E-B601-605DFE251E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FEFDA4-5B7D-4601-26E7-1ED786EB9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442BBA-63B0-4588-5A25-01C85857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CE31AE-F178-332D-D60F-5F46AC08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B63616-918D-AAF0-440B-782306F2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24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E21A0-7189-E9A9-CBFF-9A3BCEC4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1E9F68-E222-0320-D2B4-714317193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BFD40D-91F8-61B0-403B-5C296F6FA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15716B-C02E-EA01-FE69-652AF94B7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0F6E71B-8F46-34EF-F861-7487EDFD4E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0C1DF47-8AD0-2223-FC3C-DA7BC1C3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9BF9F23-AD7B-EE32-0B53-7706E8BE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342E7F-01B1-E508-259E-EFCF2328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0733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671D5-666C-0D98-50A2-60C8318C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9EA750-29C4-C039-6781-84CFE908F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13FEC0-500E-5600-60D2-8ECBA5E2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EEA5F4-83CB-A8D6-04CA-D93F714A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916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0F8E6C6-7EFE-FD17-9B15-C2238C76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BBE6CE1-EE78-9D0D-AB66-6AD45162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6E782E-8558-AE9C-ABA0-BDD789B0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1430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BBF54-EC6B-FF87-1845-72D73BBE0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69E049-87BE-FC2A-40B8-D2C74BB3A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CEC265-76D5-EE75-D578-24D25AFCF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CC9DA4-6335-1B0D-8C16-5F0204C1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C2FE32-3904-C14F-6E4C-6FC3FA104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6B0BFB-BD9A-7268-B1BE-C3FD0D69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387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078F6-9113-2781-5B6E-ED38419A7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C8B9C-6525-6FD2-7448-FFD43103D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9BE43E-4718-9F94-63B9-3D0671162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A33F05-3095-2C7F-ACCC-4B4201248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4C4653-F271-399E-1800-7EC17C5E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18A8C1-9919-D97B-4EB0-D970B8C3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463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63A65-5F7D-24A6-16B1-4C95BAAD1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DE3947-CD3F-3807-6E48-383724732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F701F-D1F6-E125-5EEE-FA02F4D1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62FD4B-154B-C8A9-8D4B-431B58C3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C05D7E-42ED-0690-1529-221EEBA4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11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96F7A1-6884-A4E5-E28E-9AA6F3DF2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C18DB5-48E9-B172-27EF-3C49869AE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72A0C8-9DBE-3156-95ED-2D3E2FB4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8CA0DE-2D20-880A-08E8-7126C6EC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B032E-39E0-1D9A-F13B-F6B6D4CA2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376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4B4B80C-109A-A8F9-01D9-28FE324EB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2E7CFC-13D7-3889-1967-19D533424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2E58B8-5409-27A1-29E1-68423A0E0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B3244-6A42-48C3-9819-127145790BB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29DE2E-4174-CC91-FB18-88CA54015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C48DA8-1E8A-70D3-612E-C5AAB3AE4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E11C5-BE0A-4766-BE31-9C09843040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647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60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5D04F-7EA6-A6D5-F1EE-96EA69B6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B6E469-8062-8AA1-2EFF-EE46B0AC0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45" y="0"/>
            <a:ext cx="10602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8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90E7-9AB6-63D3-2F38-62D0F264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6CBB4E-0991-ABB5-2150-BC7E99043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49" y="0"/>
            <a:ext cx="10775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8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CDFD5-0312-8A63-037C-003C404CC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AB38002-F5BE-4CB5-8703-235E637E7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16" y="0"/>
            <a:ext cx="99299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95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1D3E-9665-05AA-39B0-64BDB8C22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9892663-F20D-AB83-711E-A8E6F37E1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508" y="0"/>
            <a:ext cx="98509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7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3568B-D077-1D0F-7B03-8C5827EA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68C7F8-1B82-8989-8AEA-797390F13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55" y="1036907"/>
            <a:ext cx="5301445" cy="511988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4DC419E-710E-3007-A983-ABE8AE0DC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859" y="655744"/>
            <a:ext cx="4797549" cy="58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1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C839-6C7F-CD7E-F154-785367678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5AD19E-E309-F3D5-ABD0-89C801A52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662" y="1026160"/>
            <a:ext cx="4279392" cy="515721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57C9E4-3936-03DC-E2D9-CAEA25D91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154" y="1026160"/>
            <a:ext cx="4901184" cy="51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1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14DFF-B6BE-0471-7DD9-85B86DB0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341CB3F-84CD-BF67-6EAA-9F79CC137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45" y="1239520"/>
            <a:ext cx="5571744" cy="470611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8F822AE-C004-D79C-A99B-02E903858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903" y="1239520"/>
            <a:ext cx="4767072" cy="470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2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95330-032C-8B16-E92E-A62B3DA82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E9D1992-E266-DD36-205F-5D2C01322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90" y="1015999"/>
            <a:ext cx="4694210" cy="52981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71B828D-0E31-2E7C-B8E9-97B34F91A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80" y="1015999"/>
            <a:ext cx="4694210" cy="523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9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D1105-395B-33E0-C8A6-D79B0A9D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73089A6-CC62-63B5-979E-C5950067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7084"/>
            <a:ext cx="12192000" cy="214447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C7A0F8D-204E-F518-637C-F5C500ED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12192000" cy="241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22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35690-E665-F611-7B93-8E5DCB01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AABAAA-C8D1-ACD7-7E6E-2B167FA52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118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19</cp:revision>
  <dcterms:created xsi:type="dcterms:W3CDTF">2026-10-01T14:22:55Z</dcterms:created>
  <dcterms:modified xsi:type="dcterms:W3CDTF">2026-10-01T14:34:51Z</dcterms:modified>
</cp:coreProperties>
</file>