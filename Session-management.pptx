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7" r:id="rId3"/>
    <p:sldId id="268" r:id="rId4"/>
    <p:sldId id="269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6" r:id="rId1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F8B1A4-C4CC-C64D-782F-7FD3CA0A95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E7E6AC4-9514-95BC-F92B-C49B93553A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2E2ECC-7A5C-418C-47BF-5CB8B7EB2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E311E-CBA7-42BD-B00B-43FFEAB9AB4E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20BE3D2-0F80-6AAB-83E2-D4677E5D5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2924AB-7594-DEBF-EB38-1D8244BBD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47A78-0BE1-4473-94CE-AF331283150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71228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A89F59-075A-B1D6-1B40-86D8F6411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9CFCFBC-B5F1-C029-890B-CF2EAACC4D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BCF2BF1-6BE1-AC85-D16A-CC8990DFF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E311E-CBA7-42BD-B00B-43FFEAB9AB4E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5862607-2571-C094-A05B-96CCA1991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313E9E8-005B-0241-25E5-F17BDACE6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47A78-0BE1-4473-94CE-AF331283150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26677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4DA54F-919F-B8F2-A083-7420FA62D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2C2717D-754A-E57B-50CA-C0FC1FC1E9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025AE1B-75BC-EBDA-D766-010BDEE0B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E311E-CBA7-42BD-B00B-43FFEAB9AB4E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C57D8E5-E9C1-63FA-A751-DBF10EBDA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4D090CC-D809-64F3-04DE-6FE43CE96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47A78-0BE1-4473-94CE-AF331283150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63251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DAEC00-814D-F17A-EAB5-14AE216C4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8AF00EE-C5B4-6A14-1A30-C9DFED336D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35737AC-9476-E86B-DD33-AF8BBABD28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8FFB521-7CB2-6E3D-7957-58F22CE06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E311E-CBA7-42BD-B00B-43FFEAB9AB4E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BDD60EB-C81D-0654-D316-3721904FA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6248A1B-B825-EE04-C164-C144D4627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47A78-0BE1-4473-94CE-AF331283150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968937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ABDF3F-BF79-6A37-210D-F4D20AA39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93293D6-9643-9651-8D42-0A60E5F12E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92A99B8-AF6B-F4E2-7340-C50F1BDAC2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E8BCFDA-513A-C8F2-404C-1DAD30E062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48A7792-3644-EFE4-B53E-8A4178598D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27CE849-C2E2-6635-FE99-1B24B7078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E311E-CBA7-42BD-B00B-43FFEAB9AB4E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BCFFC27-6FDA-FFA5-B252-FB710E780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E13D1AE-F5CC-2798-C3FB-9FA9B6F56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47A78-0BE1-4473-94CE-AF331283150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26903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4F83BE-5138-4FC5-4706-FA51EB3A4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C421E73-0C4B-2C5C-1EC8-854E26ED7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E311E-CBA7-42BD-B00B-43FFEAB9AB4E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A49AAF1-2A5E-7E9E-17EF-F081310A5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FE310F3-D145-F631-9CA7-9FF97AC57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47A78-0BE1-4473-94CE-AF331283150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0801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D842FC5-A2F0-FE31-7E61-EFA6F3E1B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E311E-CBA7-42BD-B00B-43FFEAB9AB4E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D0548C2-04A8-C26B-6972-E9525D92B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2D643C1-20A8-FACC-2B3F-631FEA82D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47A78-0BE1-4473-94CE-AF331283150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959859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154414-9649-4031-287B-001FC69C6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B171BDD-F2D8-D5E2-DCB5-ACBE47B13C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5BE5BE8-A844-6B68-3B00-8B9C683F1D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F33B769-1ACF-CD21-9F3F-0AB3CB930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E311E-CBA7-42BD-B00B-43FFEAB9AB4E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F41AC8B-C8BA-7544-BEC8-5682DA2B2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2A75229-211C-71CA-7F0E-344BA8372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47A78-0BE1-4473-94CE-AF331283150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17875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EF65D4-5FC5-395B-A6B7-02A6FCC6E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9D5A542-582C-DC85-3EF9-07396D1E4D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6080FDA-6D5F-0D5C-1A08-CE2287EAF5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E918ED7-85D3-F8A1-B7EB-403939FA2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E311E-CBA7-42BD-B00B-43FFEAB9AB4E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EED411F-E29A-9B88-8D16-701C16934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39AF7C6-95C4-A039-E988-AF7CC637D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47A78-0BE1-4473-94CE-AF331283150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09417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2918DC-85DA-615A-1A81-85F0EEAF0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8C6B528-9162-1541-FDF5-6311F96243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5AA331B-C22A-0E92-C30F-4F449A7C0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E311E-CBA7-42BD-B00B-43FFEAB9AB4E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AB8DEA2-4EC1-7DB2-5E49-E3395E10F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7FD6341-179A-88E9-24C8-BCE5DA91D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47A78-0BE1-4473-94CE-AF331283150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52502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9E6EA5C-61BC-25A9-0EE2-9CB9101208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628E1A6-18AF-378B-DC5E-64AC2067FF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501AD41-8EEA-C362-E959-4CED08ADE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E311E-CBA7-42BD-B00B-43FFEAB9AB4E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4AD470D-5662-8B0F-98B8-93144E1C7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3F69BBB-A30E-2532-71E9-4635E5BB4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47A78-0BE1-4473-94CE-AF331283150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03748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486A162-F53E-C2DA-D730-EDB89AEA1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7EF982E-989B-832A-80FC-B6CD89BBF8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9775B52-B60D-F9E2-67E7-FA5436D9FF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9E311E-CBA7-42BD-B00B-43FFEAB9AB4E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4E960A7-55E3-30C5-6D07-3BCC601703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BE8EEE6-2041-F040-90D6-AFF5CB4BF3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447A78-0BE1-4473-94CE-AF331283150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34165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66135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C364B-ECFB-7D21-BD95-E3BA8059C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E0C3B10-CBCE-2513-0EA6-D81D58F6F4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123" y="0"/>
            <a:ext cx="89837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0312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D9C44-1176-94E4-F23D-66CEDBDF1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01D6A67-F139-51C3-3064-3D90B79970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781" y="1623760"/>
            <a:ext cx="11374437" cy="3610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802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97ACE-CE99-5ABB-C6B4-51105C071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20C8B6A-6F66-95E4-BE72-4D8155F6EB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3046" y="0"/>
            <a:ext cx="950590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3129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C45685-AA35-8CD0-289A-04E0A4D70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8AFE448-99A7-C879-810C-29EE8C7AA8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23" y="1571244"/>
            <a:ext cx="7171182" cy="354912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125BFF4F-D6F3-69E5-40C4-19A22E182E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9705" y="1581912"/>
            <a:ext cx="4974007" cy="369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8987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1C6A6A-2AF1-BA6B-D10A-2F7E4225C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CB68756-01E4-CABC-5C59-2BC3E5BFF0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9424" y="1746298"/>
            <a:ext cx="7239381" cy="3822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5764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295820-0FB6-2DCE-0F40-946E5D088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9ED3126-01F9-5368-8952-8FB14B2AC1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576" y="743128"/>
            <a:ext cx="9070848" cy="5226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7535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8B573-02B6-4E7F-FC41-645FC5966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1E41AA9-0FFC-4D52-AD74-75A6B3A6C0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874" y="777239"/>
            <a:ext cx="5375966" cy="554352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07010EA2-79A9-618D-5021-83BC95A63D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0992" y="777239"/>
            <a:ext cx="6326886" cy="4423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0301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2B4B6C-063D-190A-1856-8964747D5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38BF15C-683C-8601-9715-743A725C5D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4915" y="1492756"/>
            <a:ext cx="8385049" cy="3659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2942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90AD3-BD13-BB78-2E14-FB30BADBE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D6F2A79-4CAF-AE91-CCE9-EFD51337B7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1402" y="1571607"/>
            <a:ext cx="7447931" cy="3896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1404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041F47-BACC-A284-3BA7-B2EFA23D7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1E7900A-D6BC-9227-1686-12C286C058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800" y="696018"/>
            <a:ext cx="6082665" cy="226759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5B787DD0-39B1-9D2B-2A07-F8C1271668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799" y="3143631"/>
            <a:ext cx="6082666" cy="3018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060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64B42-A789-E54C-E02E-11455EA84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005EC6E-1252-F0CE-34A4-75DF5D109A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27845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0</Words>
  <Application>Microsoft Office PowerPoint</Application>
  <PresentationFormat>Panorámica</PresentationFormat>
  <Paragraphs>0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Luis Coco Enríquez</dc:creator>
  <cp:lastModifiedBy>Luis Coco Enríquez</cp:lastModifiedBy>
  <cp:revision>12</cp:revision>
  <dcterms:created xsi:type="dcterms:W3CDTF">2026-10-01T16:10:45Z</dcterms:created>
  <dcterms:modified xsi:type="dcterms:W3CDTF">2026-10-01T16:25:52Z</dcterms:modified>
</cp:coreProperties>
</file>