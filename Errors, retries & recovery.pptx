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56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6A689-6BB0-1E3C-3FC1-FD877CA04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AF187-824E-32A9-8103-D4B58F8F6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8A260C-2EC4-6BCF-DD58-F8383ABE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712F5C-B9A4-4100-8137-E7AD83F6E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355177-CD45-36DA-80CD-4C71D6F2C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428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9F271-6C2E-8A05-F6F3-451DF358E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0CA18A-EEFA-8567-54D6-F3532548C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4C4371-6D9A-F586-3A2E-5703F5C8F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E8B21B-9CB1-D778-242E-D87B35B2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AF103D-CEDC-6919-91C2-6B8444C6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3264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D77AF-ED10-17CD-1D04-7F9C14AD9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E8D14D-7A21-6187-8438-70C2B06B4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C00C0B-1987-5A8E-FBA7-FC688B11D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ECEA4E-E0B9-63FE-CE00-38B7B1693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B6F7A0-B4EF-260B-0452-AB649C574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984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58A7E5-4814-1E28-72FD-B10E8112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4B855C-35B1-5C5D-4094-415113B7A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03A2440-22FB-A8CC-426F-89FC9650C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80D4C6-4743-9004-D76D-7CC92D847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03C1B7-4D95-41F8-CCC1-156329BF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CFF43B-184B-0EA3-AB40-1A6F0AF9A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5665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5CC00-29BC-6781-87B5-2F024C84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3D72A8-6F58-F4B5-53F1-1C409B4BD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77A201-F70D-5151-B23E-FAD55517F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6D44BD0-F0A4-8F1D-08EB-38419D1E50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341FC5-DFAE-63FA-8C6B-8F8C27EA1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02BE81-DB41-CCF2-5F5A-22F7DDE97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4998526-3B88-E965-BA00-3FCEE426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8113B69-2957-8408-2237-26133C08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5700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BEA76-5F1D-DE33-D9ED-AAFCDB43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3706D31-FF5F-3FAF-1FA1-9AAEBBCF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19DABD9-939D-13F2-4654-710363BB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C33857-4BBB-D30E-6C6F-1AAF25CF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0047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99305A7-53A8-E5A2-B684-D42BDFBA7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CF051F7-85B3-785C-9E98-818984546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85A29B-6F35-8E1C-9133-3C6C664D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341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E8025-5F71-B70C-E13B-BDE00926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1DA31E-B61A-3FF3-DCA0-9493EA394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76DF0D-3F5D-0018-8CAC-F9EE11617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A3A7B2-6314-5F97-B988-1B3BE342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FFFDF6-B649-88F7-6DC0-011A2404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878B3F-CA10-CC20-BC40-2FE6C05E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6503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57CB1-3D82-8AE3-EF92-4DFD447C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F2EDD12-595B-5DAB-CB08-D820FFD98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8FBEA1-BBFE-003C-1170-641E562BD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AF51EF-462F-6555-60D2-26725EFBB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CA0834-7D49-D1C7-6BD6-790C88A2F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60E44A-E9B5-3AD5-2D02-D9C8748C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1480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C0BD62-EE43-2DB4-9257-145A09B9D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9ABDA7-C3D2-E007-A00B-D94ED27A3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C8F73C-A258-6B2A-AD4A-8EEA776DD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9A0AFA-0E0C-95B4-BE3A-A06C527C2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2FDEB6-0B69-36B4-841B-E40C36DD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963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8C47A3-ADC7-0451-E38D-88056D0C9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999096-8E4E-6F11-6718-7F3A46A30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0C4AE4-71DE-1EC1-746C-E9A1F242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B5B5A3-6CF2-231E-8CF0-9D4E246D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9E4091-CF9E-B2E7-9068-6652E051D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66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C6F84B-8807-86C1-9240-462B6B56F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1FC5FA3-B5C2-7468-50F1-CB566BECB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857F90-9B97-8971-B5ED-2095956A2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7CF3D-4AD9-475B-BE7B-06F37CBEF35B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7D1FFA-36E2-4262-C085-0E9B213E9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BC2309-AC29-153D-024A-F07120F91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9A3132-8DDA-4163-A983-29254D8DBE3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207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892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31DDB-06F2-4B36-C1EA-8EAAD45F3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9870A5-1F67-DE08-7A4B-9CF25539C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40" y="0"/>
            <a:ext cx="98565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612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E18BC-FAEF-30FE-5910-2350993C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576480-18CF-D356-66FC-3AAA359F7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822" y="0"/>
            <a:ext cx="9182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18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51E31-00D1-7C7D-EBC2-E94FA30F4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39CDD15-6A8D-07C3-8722-F654CFEE0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89" y="0"/>
            <a:ext cx="87794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25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E6CED1-2C7B-C18B-3B4F-AE6749BF7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B5AB2A-F0A5-5C72-5D2C-4944BF4A4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606" y="856846"/>
            <a:ext cx="5240914" cy="51443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3D7EA6-530F-6A60-74F0-37FCF07C7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459" y="856846"/>
            <a:ext cx="4431832" cy="514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272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97491-1043-D488-8218-534443A7D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099C56D-1817-CF56-91C9-7CD2CCF39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261" y="792091"/>
            <a:ext cx="4147512" cy="532180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E0EB919-4D21-925A-860E-5105B9071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830" y="792090"/>
            <a:ext cx="4989082" cy="527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76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3E990-CE91-5FC5-B2D5-1F621560C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6BB194-C3DE-7957-65E2-DEE37489F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775" y="1179742"/>
            <a:ext cx="6471285" cy="449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00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74A96-1C55-D75B-EFD9-78EBAE539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B908EFE-2DCB-FEE9-2E90-4BB3B0A21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400" y="1302916"/>
            <a:ext cx="5787618" cy="44215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D7E91E-146D-BDCE-B2BD-3F8F89EC6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281" y="1302916"/>
            <a:ext cx="4429638" cy="425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530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F871B-8F24-6F36-9711-E3B692429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06CAD0-FBD9-F4D4-3BEE-DDFB5A064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221" y="1427153"/>
            <a:ext cx="5457825" cy="422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75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83220-621F-F287-6731-73D162EFD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ADC9233-42CF-52AB-3091-4F8D4409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440" y="1525905"/>
            <a:ext cx="7259715" cy="358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75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96DAF6-C1C3-D9EC-8150-A1F864376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E544B0C-BA7E-05B8-47BB-2F77EF5FB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903" y="97492"/>
            <a:ext cx="5144613" cy="33879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590FB56-34D5-B573-9DBF-149C219A0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905" y="3485408"/>
            <a:ext cx="6674607" cy="323738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1645D73-D2C1-B5BA-F316-BD1D47913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6512" y="557233"/>
            <a:ext cx="2238687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82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668A4DE-6C4D-ADC6-E845-0EA299BBB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7136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14</cp:revision>
  <dcterms:created xsi:type="dcterms:W3CDTF">2026-10-01T18:12:15Z</dcterms:created>
  <dcterms:modified xsi:type="dcterms:W3CDTF">2026-10-01T18:22:36Z</dcterms:modified>
</cp:coreProperties>
</file>