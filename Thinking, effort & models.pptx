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65" r:id="rId10"/>
    <p:sldId id="257" r:id="rId11"/>
    <p:sldId id="258" r:id="rId12"/>
    <p:sldId id="259" r:id="rId13"/>
    <p:sldId id="264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02CC37-E64D-949E-FBA5-DC2159C07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CAE0FB-3A34-D066-C122-F1F0190577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2E14BA-D5AB-EEB1-6202-8A41FB5B9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4AE8A-8C37-4C95-81EC-6670E5403959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6524BC-8F3A-59A1-DCE4-AF8147ABB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84FACD-4063-FA9B-53EE-78801647E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39F7-B86B-4B19-B22C-4B2EEC55F7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4650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90C143-B60B-4DF5-374D-65F156959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09CE63-9D17-BD86-F337-D5C4B5348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815FFA-67EF-80BD-1684-0FABD834A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4AE8A-8C37-4C95-81EC-6670E5403959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7B07AB-7A8D-184E-9D45-79B247F9E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64E90D-F277-EC6A-77E4-BF21D38D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39F7-B86B-4B19-B22C-4B2EEC55F7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6534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15C242-4CBD-4C46-48C6-306F50C00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879134F-2327-28CB-1577-DA8A2978B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B221B4-812E-07D0-F6D8-0F16133BF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4AE8A-8C37-4C95-81EC-6670E5403959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2D2045-A16D-6249-B60A-2D1F4CE4B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FEFD43-D128-3DF0-AFDA-D43643DA0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39F7-B86B-4B19-B22C-4B2EEC55F7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1670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A95DDA-AD09-CC7F-F9AD-4A208A76F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B0930C-AB17-6C95-8F2B-3FDC6BEAB9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81C0F30-F0F2-82DF-442F-4FD85D794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7FB70D3-B9AE-B860-C74E-407909371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4AE8A-8C37-4C95-81EC-6670E5403959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673512D-BF2A-285B-B164-5D557AF11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727BC3-B204-8906-CD9D-DFAFDACB5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39F7-B86B-4B19-B22C-4B2EEC55F7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9470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032083-D3AD-50C3-E680-2720A160A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98E3BC-2441-899E-68CB-5B23D0EB7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AC8109-8D39-54B9-FEAE-E847E99A0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90E397-387B-CD67-7E0D-F575299EC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4AD2C5A-7492-3876-CB12-F8C8E7BD5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F8C4086-7D10-32C8-D349-FCD2917BE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4AE8A-8C37-4C95-81EC-6670E5403959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762E64B-4C2E-B877-715E-643E4F60E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B1CB68E-15B2-195F-3728-B9BD839AB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39F7-B86B-4B19-B22C-4B2EEC55F7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2257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8019D9-82F7-3B7D-795A-66C9662C0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A2305B-239C-75C7-3F1F-7140A96A5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4AE8A-8C37-4C95-81EC-6670E5403959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60C38D8-5163-3B87-9349-7CE230FD7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55AFC8D-4BD6-BF93-AF1F-E95B02755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39F7-B86B-4B19-B22C-4B2EEC55F7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6303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E4A99E8-9DA3-9215-FF7E-1EEB23A9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4AE8A-8C37-4C95-81EC-6670E5403959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1D2BA3B-3A5E-9189-CFFF-CC593B8C9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3C668F7-CF93-418F-5A0B-E1CC0682D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39F7-B86B-4B19-B22C-4B2EEC55F7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5184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58BC2-A0F1-5094-A03E-07F142302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817384-0944-419F-88AB-90D006B9E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E288576-567A-9AD8-570F-8C75DD628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82D37A0-70F2-059C-A8D5-B7CEE98D2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4AE8A-8C37-4C95-81EC-6670E5403959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5F1DB0C-164C-693C-78BF-ADD6F6770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E6C959-83E3-F280-0339-A5521DDBC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39F7-B86B-4B19-B22C-4B2EEC55F7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4714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E3C4C6-8784-8F43-3A04-80E59C60A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4D79934-481D-0DEC-BB00-7A5D929676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BB1A26-9FD5-C15C-EAE1-F80E79C980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6414E3-D926-7FED-F013-80E93B2A9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4AE8A-8C37-4C95-81EC-6670E5403959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4325D3-9039-9D3C-7105-B2D1978F6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7C1E97-D517-3A98-F1FF-CABB37BB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39F7-B86B-4B19-B22C-4B2EEC55F7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7302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506A78-C064-2E73-A54C-F2025C215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D1E9DFA-E9E7-CC89-523C-DE8AD793E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E5F9A0-7173-A37F-8AF0-CC16772E4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4AE8A-8C37-4C95-81EC-6670E5403959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4BB9BE-F5B2-0331-CEC0-DA6858CA4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95F34D-170D-BFFC-46DD-CB088952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39F7-B86B-4B19-B22C-4B2EEC55F7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230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36AFD24-945D-9621-A7FA-1BC07E90D3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C5A3D6F-AEDD-C9CB-BAD7-28C2259D0B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0E40D5-5F7C-AB03-FD67-3266AC905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4AE8A-8C37-4C95-81EC-6670E5403959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F482C0-625C-1BF8-3D0A-B1663376E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086E6F-5B74-0F2E-1870-0F31DA290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839F7-B86B-4B19-B22C-4B2EEC55F7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8920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88ABD4B-E3CC-CCC5-BAAC-764020DED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395ED6-E9CF-9D07-548E-4DA9E9CBE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4C834E-3E22-B585-5AD1-D39DDDDDA4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94AE8A-8C37-4C95-81EC-6670E5403959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6FFB7D-EF77-CA5B-68FB-E057779873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203105-F355-4BBF-E65A-5DD2E9BED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7839F7-B86B-4B19-B22C-4B2EEC55F7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266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427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E0931-6310-959A-254E-99F6B4994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BE1D78D-954D-9746-5342-CFF88F79B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705" y="0"/>
            <a:ext cx="96565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306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E8226-8ECF-8C2D-B23C-E7C7E8C5C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54D5765-4FEE-6610-8BDD-8D5CAF663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435" y="0"/>
            <a:ext cx="93531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923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BC71B-43DB-A1CE-25F6-046F8FF8C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268E481-4F3C-DB2F-D399-095C3D7B7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11" y="0"/>
            <a:ext cx="112283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928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BA87E-A120-0F76-43D2-7D302DE73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EE90AF3-5571-3FCB-1D9B-D2FF51F07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0" y="1371793"/>
            <a:ext cx="10554622" cy="4242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893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3350D-0D04-B335-B1CE-B452CF1EC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388A210-5FC2-93C1-1C38-EBD25B8DA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54" y="0"/>
            <a:ext cx="109694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28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10A999-AE1F-29CB-0C53-1CF4E7D69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012"/>
            <a:ext cx="12192000" cy="655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2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2866677-C054-9D6F-1C6B-9D42CCA01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28" y="0"/>
            <a:ext cx="119561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125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995D4-78A4-6A2B-4891-A682EC7D3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0A4D3C3-634D-1C51-DA7F-C1B4C4B92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473" y="1023290"/>
            <a:ext cx="5412024" cy="542239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BB2DFBD-8205-5BAE-E393-B369D8E426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704" y="1014984"/>
            <a:ext cx="5000008" cy="541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514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2957E-B3C6-F402-AB51-66E7FD53B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839FACE-F030-5F80-243C-3879F3CC98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320" y="402717"/>
            <a:ext cx="5933989" cy="347546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7C6B11D-0469-FB9C-4F46-3A2614563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1488" y="4042506"/>
            <a:ext cx="6327648" cy="252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626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B9C97-0620-AEDE-0E76-69F692A8A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B9B1725-556C-8CE5-B9F5-CFC6C737F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08" y="1412443"/>
            <a:ext cx="6126480" cy="392094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FA132A5-EB71-BE05-AA18-83E7497F46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833" y="1412443"/>
            <a:ext cx="5583572" cy="411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756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265D2-F6B2-05ED-670B-6B36DC92F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965F1D9-0CAC-DA26-B7D2-01435AC390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672" y="1607424"/>
            <a:ext cx="5867400" cy="40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346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0416E-AAB2-C6A7-6057-B90434DE0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B98CDA6-8F78-F53F-6008-16C3E0A42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3759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Panorámica</PresentationFormat>
  <Paragraphs>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17</cp:revision>
  <dcterms:created xsi:type="dcterms:W3CDTF">2026-10-01T14:48:08Z</dcterms:created>
  <dcterms:modified xsi:type="dcterms:W3CDTF">2026-10-01T15:10:49Z</dcterms:modified>
</cp:coreProperties>
</file>