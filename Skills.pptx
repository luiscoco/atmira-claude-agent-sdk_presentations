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1" r:id="rId4"/>
    <p:sldId id="269" r:id="rId5"/>
    <p:sldId id="268" r:id="rId6"/>
    <p:sldId id="272" r:id="rId7"/>
    <p:sldId id="273" r:id="rId8"/>
    <p:sldId id="257" r:id="rId9"/>
    <p:sldId id="263" r:id="rId10"/>
    <p:sldId id="264" r:id="rId11"/>
    <p:sldId id="258" r:id="rId12"/>
    <p:sldId id="259" r:id="rId13"/>
    <p:sldId id="260" r:id="rId14"/>
    <p:sldId id="265" r:id="rId15"/>
    <p:sldId id="266" r:id="rId16"/>
    <p:sldId id="262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01CD9-4C0E-B914-F91D-F50F35AC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5E34FB-A3A1-5EA1-BFE4-DCA14A5ED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009E8-9212-5876-685C-715EA8C10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19F7A1-08AB-3142-62FD-F7499005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D9AC01-11DA-81CF-0436-C11EB91C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186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96995-BEBF-2F04-C2EC-43776538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860321-3E76-03DD-783C-9D9D4313B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50A6FC-5491-3220-0340-01557B4D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0745A-B71B-60FF-4743-72BA2A25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3F4A6-2AA2-460D-8C07-BE2E72E3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357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95862-F645-08D3-37C3-E2A5C77F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0132E9-05C5-BB82-AB75-4D09085AB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C278B4-8D2A-66E5-BA45-9AD6B3C6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D7A121-E7FA-6928-DB19-9CF8C4C3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666936-010E-9753-405B-0F5CD99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31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F5481-99E3-044E-4D05-11A300D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C734F9-22E2-D6E1-0CF8-C056886D3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44F2A4-D18C-909C-CC42-7C3A58C5B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B89FDB-9C96-39E3-9F67-09739365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7D34B0-6497-E6C4-0DA2-E3A508AB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E2E6F7-2BE7-1909-BBB4-59AB62EA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828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32608-6BD1-D4CF-6CE8-BB699129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B03624-365D-9BCB-EDF8-CA49ECA2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3E282E-23EA-F821-D892-0E97AACC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F665D0-E0B2-76ED-1987-58E8BF44D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3C8EDD-4F4A-F7CA-7825-391A63280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B9E1D3-197D-6E66-DEA7-BAA64CCD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2F984D-1785-B40A-E32C-6645298A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E73864-3485-E48E-5CCA-B3F12B1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759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34028-C91B-96EB-E7F1-80118185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45C01F-3E10-84D4-4494-F1828373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0654BB-28F8-2276-1578-72F21F49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A5DD22-0345-10B2-63C7-BDB7E78F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CF327D-F317-A356-F697-AC9C8344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7E37923-8A6C-E19C-D5DE-3F272EF8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270070-12C2-7E3E-9682-3DB4C098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852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E2FFF-5739-5685-E263-604F3739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36E43-6E36-C47E-7FF2-5350DDBBA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983520-7810-DB5D-5A6A-BD4909D78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8A9F42-7D8C-9E3D-1FE3-9EDD4A70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6E22D5-D12F-A4C0-E83B-76F42533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B161C2-5CC0-04C2-DA73-F39EDD7F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C3533-C87C-7655-61C8-F9E14E5F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1562CE-6BC8-1551-8A26-19154B8B1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53F1E7-F315-5539-1BC1-E2F12F970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574DE1-7FEF-B25C-DB7D-CF2499AB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21EA8-3D68-0E2B-ECD3-14D1A0A1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D738EF-EE0A-4460-0C23-F4236FE9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432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62388-A467-9D4E-5CCC-0EAFA4AB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17F6E4-0FFE-29FE-EB39-8862FF56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5D182-3264-7EC1-A30A-430AD53F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FCAB3-64EA-2D77-BABD-9B054EB4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42F848-1FD1-26D5-C46B-79585466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43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09F31B-6D8E-F42C-49A0-B466CD0F3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16949E-A745-A027-8B2E-5031F16F4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443AD7-82FD-B7AA-1A53-6A4C83A6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A1D4D5-142A-0271-3D9F-A87B2AA2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2B69FD-5C4E-DF81-90AF-6998FD0B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00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CFBC653-F24A-8F10-6AB1-DD0089D3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F7AB4F-FC11-88CA-7021-4B6B06550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BEE67-BD74-E774-8CF0-62CA22BEE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DC8E2-C877-424B-B996-44E2C54C65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70C2E4-80C5-0D28-12F8-05437178E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0BFF0-41D5-B4E8-FF9A-74F14A475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3D607-B2E1-4883-A9A6-04B7CEB570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41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23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6250-180E-18B3-29AD-61A04AF4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B7C34F-D846-2628-1101-779D09CA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28" y="0"/>
            <a:ext cx="11320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2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FE33B-FE06-89D6-3998-7F720AE6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145315-3214-84E5-D6DE-8DC919D9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99" y="0"/>
            <a:ext cx="10030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8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55C0-0DD7-28C5-DAD9-2F791B34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13855D-2806-9A15-FF8E-C773C8C2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250"/>
            <a:ext cx="12192000" cy="552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7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8EF7-BE1F-A0CE-3340-C7ECBB892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C575EB-3E50-C377-0C73-505F7A95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447"/>
            <a:ext cx="12192000" cy="302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7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4C6A-FAFB-C825-0899-C0827B3B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CB3082-56E6-DAF1-A01D-00DE9F62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06" y="0"/>
            <a:ext cx="9802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9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325AC9-57C7-6B48-47A2-E5EF7209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74" y="0"/>
            <a:ext cx="11699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3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8469-F7CC-8343-AF61-B6CF444B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390734-DA03-6820-BC18-5A3032A0B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09" y="0"/>
            <a:ext cx="7701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8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6D66-7761-0D76-9472-48846DB9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E8DA75-89C5-5DF2-3BB3-317268A17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740" y="0"/>
            <a:ext cx="5514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0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CD0B-00D1-AD31-1997-F6B1214F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EA0AE3-129E-F58E-89E5-1CF683FC0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845" y="0"/>
            <a:ext cx="5936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2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2C68-A884-7B33-BB6C-5D9AC6C2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678E7E-6355-94B9-BA32-6DE5E3480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610" y="0"/>
            <a:ext cx="4842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84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74F8-51AF-3A6F-69A0-52815C67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B6A25D-A093-5461-5337-F73A1839B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95250"/>
            <a:ext cx="106299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4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20F3-DD41-0226-22BA-57E54F46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05F858-7584-E389-98F1-17B6378E3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5250"/>
            <a:ext cx="105156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8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5D83-2A71-A58E-E094-EA43C95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FCB425-3F69-6483-3A2A-9077C5282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95250"/>
            <a:ext cx="81153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24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9366F-BDDD-EBDC-C335-E6D881DE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716A9F-DCCD-89A7-35F7-4F5A6C8D3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9534"/>
            <a:ext cx="12192000" cy="20402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0773110-CEFC-7CD1-9DA4-A538D4CDC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57" y="3429000"/>
            <a:ext cx="8993886" cy="269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6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5D30D-7BC6-5F43-AB03-6E71D5F2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0490F3-A75C-6768-B171-23919F964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443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20</cp:revision>
  <dcterms:created xsi:type="dcterms:W3CDTF">2026-10-01T14:14:47Z</dcterms:created>
  <dcterms:modified xsi:type="dcterms:W3CDTF">2026-10-01T14:21:46Z</dcterms:modified>
</cp:coreProperties>
</file>