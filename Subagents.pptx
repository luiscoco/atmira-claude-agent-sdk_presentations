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7" r:id="rId4"/>
    <p:sldId id="266" r:id="rId5"/>
    <p:sldId id="268" r:id="rId6"/>
    <p:sldId id="263" r:id="rId7"/>
    <p:sldId id="257" r:id="rId8"/>
    <p:sldId id="258" r:id="rId9"/>
    <p:sldId id="259" r:id="rId10"/>
    <p:sldId id="260" r:id="rId11"/>
    <p:sldId id="264" r:id="rId12"/>
    <p:sldId id="261" r:id="rId13"/>
    <p:sldId id="262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526458-DFE9-7CDE-6DCA-1EFEA1ECAC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EB6943-719A-2434-4C0C-273924B5DE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9052A8-3973-2CDE-D33A-35A6A8FBF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D5DCE-4AC4-4160-92F1-D7BC9A8BC1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7FDB6E-9D3C-D205-3F4C-F9898F59A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5FE331-4785-D2A3-79A1-BDFA0D4D7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90AD-1F69-4DF2-ACF5-6D4F34EE51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0552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D9D64-95FB-25EE-D156-977CC138C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5BC257-A427-53C4-D413-7D0DAF0D1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FC23BC-1EE6-1C9B-CCF8-4204B61EE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D5DCE-4AC4-4160-92F1-D7BC9A8BC1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DD5364-540C-A89A-56EC-F0E707702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503097-6EF4-283D-0FAA-F0947C41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90AD-1F69-4DF2-ACF5-6D4F34EE51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2662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A2C3F8-EE22-3E38-5803-855827D58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401A17-A2D2-1803-0CC1-B90149D6E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3A9CBE-6C1E-04C3-F33D-D901F7C6E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D5DCE-4AC4-4160-92F1-D7BC9A8BC1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ABAA60-76FF-7D15-C6C1-37E147421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8261B8-B672-A30A-B0F7-BBCBDCFE1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90AD-1F69-4DF2-ACF5-6D4F34EE51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6184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CB06AB-7590-1F2B-76B8-EC9000AC9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6DA527-116B-CA59-3325-6DA47CA79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30F84D-0277-3E3B-4AFC-D09EB46CB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2F8B7B-AB6D-8780-6471-D7A851793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D5DCE-4AC4-4160-92F1-D7BC9A8BC1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E8AB35-DF47-5C92-3B3B-64CBCA748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3AD148A-82F0-AE00-8BB7-2FD32F0FA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90AD-1F69-4DF2-ACF5-6D4F34EE51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3773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53740-9B2F-B92C-2DEA-6D86C2FC4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ABBB867-6E99-2CA0-86DE-64CE6AF89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5F0034-BE9E-EAF5-6EAC-6DAA2080D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8CC1497-3FB3-98A8-A4C2-930E64AB5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A0841F5-83A9-FE2F-47C0-567D583EB3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6A46251-47C4-E7A9-454F-FE14917AE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D5DCE-4AC4-4160-92F1-D7BC9A8BC1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5FBCA72-4C04-8446-9AB0-A47F0B25B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1B15453-5789-ABBB-C3B2-2FCE5ABAC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90AD-1F69-4DF2-ACF5-6D4F34EE51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354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14E8EC-0D50-0463-7A4A-9C5664EE9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8A0135-C080-37ED-AA9F-A3F1575D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D5DCE-4AC4-4160-92F1-D7BC9A8BC1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FC48606-B37C-7150-5712-347E7BA59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C36473B-AC8F-8EA6-A283-9C03E6908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90AD-1F69-4DF2-ACF5-6D4F34EE51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8831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62ACB57-CDBB-878E-CC73-4C112FBC4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D5DCE-4AC4-4160-92F1-D7BC9A8BC1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7552847-7ED0-2472-5D4E-A3A530BE5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642FB3-1652-914C-F89D-58E6C46E2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90AD-1F69-4DF2-ACF5-6D4F34EE51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2568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B87D2F-14AE-CC0E-6BB5-9F5F9B93C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591FD5-D4FF-6F2D-1255-ADA0A9735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BFD947-041F-4854-AC99-CC154D7E3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02EB2F-CE2B-D65A-77DA-C659BD7E8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D5DCE-4AC4-4160-92F1-D7BC9A8BC1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6D3DE7-8E1B-1DF2-77EE-A6EA5228E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0FB278-7503-210C-C206-C2D46DB58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90AD-1F69-4DF2-ACF5-6D4F34EE51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7952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33767-F6A2-E740-C377-F1479C9A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0044A57-3988-11AB-4DC2-DFF5038E4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61E0BC-B2FC-464E-CF43-E2D5BF882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60DDD98-C86F-F7F8-C002-3D6A637B7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D5DCE-4AC4-4160-92F1-D7BC9A8BC1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BA6C7C-B2F5-B8AD-A724-04A24CFB5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480802-B7B3-08DC-3838-76C23AFF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90AD-1F69-4DF2-ACF5-6D4F34EE51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88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DACC1A-8BFC-D12F-A308-EF04BDB32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ABCBBB9-6174-CE89-4F7C-1467D608B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78C638-F1E1-C9F0-2BA6-755FEB74C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D5DCE-4AC4-4160-92F1-D7BC9A8BC1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FDF546-D815-F296-AE8C-A1FB5AB14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501BCE-5335-64F0-3851-90140C212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90AD-1F69-4DF2-ACF5-6D4F34EE51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6434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95AE5C-7424-ED10-F81D-D42E202470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FC0872D-8216-9FC2-ECBA-388455DFF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20FD5F-48AA-16EF-0E5A-049CEBF94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D5DCE-4AC4-4160-92F1-D7BC9A8BC1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B0EA28-B979-127D-0F67-7BD8A0216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172654-383A-43E0-7A61-A10825F5B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90AD-1F69-4DF2-ACF5-6D4F34EE51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916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6248C91-04D2-9257-7229-2AC215891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C90375-568B-7EE6-FB39-B7A50626F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7828FC-DA7A-6EC7-B3E2-C6B760094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FD5DCE-4AC4-4160-92F1-D7BC9A8BC1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E0AEFC-F799-11E9-72FE-5AF5C60A5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E18658-0EAD-08CF-8B14-AB73DBBDBD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4390AD-1F69-4DF2-ACF5-6D4F34EE51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5948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5381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01A8E-617E-6B06-D9AC-B0200D362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8ED2434-12FB-4C5F-1D9F-2DA9F3656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" y="132890"/>
            <a:ext cx="11450648" cy="659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122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7F7EE-D65F-A29D-EEC2-8CFC42764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6BF64A8-68D7-0A2A-6556-2DA3DFC6C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6" y="709233"/>
            <a:ext cx="11479227" cy="543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445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3E9C3-DDCF-C474-2FA7-221CD9B9E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F1FAF8F-9B48-5A43-73A2-A09D91F21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675" y="0"/>
            <a:ext cx="105126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073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4619C-36EC-987B-01D3-3E7A22A37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A4B62F4-B5B1-D162-6B25-4A6DE080A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31" y="0"/>
            <a:ext cx="10720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13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8F590-758B-E18C-D5FC-385E1530A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ED7D02E-CDEA-5FCB-C711-C5AF0E8D4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89"/>
            <a:ext cx="12192000" cy="672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25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59F15-8EE2-2EDD-8610-52340D4FD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7E1A0BD-3F70-7AB1-B1A3-F8CAE484A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139" y="0"/>
            <a:ext cx="60337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985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DE54D-B882-1AF9-F339-82F055BD7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7FBD12A-3782-E6AA-45CF-DDAB8C64A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335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7BB19-25BA-881C-4876-AA1B994F1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15E53D1-A5D2-47ED-F199-567F04F04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4686"/>
            <a:ext cx="12192000" cy="478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80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A7E42-C2C6-1BF3-5241-7CA1284C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58A9514-ACAB-2C69-842F-C5CDD85295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5408"/>
            <a:ext cx="12192000" cy="574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979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94211-28A1-BBB4-9C26-B0BD7ACBE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0AA5482-6AC7-F9C1-35B4-C07EE85A9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7584"/>
            <a:ext cx="12192000" cy="292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000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1AADE-9F41-83F5-5B55-601A4CAD6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CBE5EBA-7CA1-BF32-A737-D0A6D64F8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" y="1666875"/>
            <a:ext cx="1209675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89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F9599-B34D-AE78-272C-FD9845908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12C5AF-0AE1-14F0-4758-3352A3D9B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8879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Panorámica</PresentationFormat>
  <Paragraphs>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13</cp:revision>
  <dcterms:created xsi:type="dcterms:W3CDTF">2026-10-01T13:46:28Z</dcterms:created>
  <dcterms:modified xsi:type="dcterms:W3CDTF">2026-10-01T13:51:21Z</dcterms:modified>
</cp:coreProperties>
</file>