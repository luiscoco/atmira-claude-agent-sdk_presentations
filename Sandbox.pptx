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6" r:id="rId3"/>
    <p:sldId id="256" r:id="rId4"/>
    <p:sldId id="268" r:id="rId5"/>
    <p:sldId id="269" r:id="rId6"/>
    <p:sldId id="257" r:id="rId7"/>
    <p:sldId id="258" r:id="rId8"/>
    <p:sldId id="259" r:id="rId9"/>
    <p:sldId id="260" r:id="rId10"/>
    <p:sldId id="261" r:id="rId11"/>
    <p:sldId id="262" r:id="rId12"/>
    <p:sldId id="265" r:id="rId13"/>
    <p:sldId id="264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5248B-6D93-AA79-297F-3045E1446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BE5C98-4EB1-6CE9-F5A6-9DDAFD9E9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DE9491-1104-D601-1500-8738433E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FD3954-5716-ED1C-E14C-48DD2E07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E49F35-B1E9-09A7-634C-AAC19DF6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84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5FF27-8EEC-ACEE-ED38-B25A1D149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A2B1AC-5228-8F3A-AC89-126BF6F30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4C0ABB-53CB-71EE-AE16-2E517A14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D0DC37-F056-4030-0FC0-836254FF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0C77F9-83F6-35B2-6F45-A24B8AAB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91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41E9E-956F-6075-12A0-477311F9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8D4D17-C50B-5F9C-B853-5526A0995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AC083E-1ACE-86DA-6E2C-AF74140B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09D83D-7123-0E52-A040-8AB37206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B5F9EE-B7C2-6DE0-C5E7-2A3981A6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2836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8FEC6-DEC0-1389-1101-62652C9E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4D3680-2430-ABC4-3E9A-B0141A1DE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1AFBDC-6910-2F01-3BB3-EE1DA6FE8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164FF1-F1BF-EEA7-8498-660E7B9A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51C469-FCF4-D537-5E3B-55496903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B212D4-3EFF-3406-F0C2-A5151CFBC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916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E85D9-2412-24D3-BC4B-85C4D77B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975A3D-D7AD-799F-C02E-0AC36DF94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03709B-CDE7-F82C-E33C-136054667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DF1C4CF-E4E3-5630-92E4-46FD016C2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0E8ACE-B912-30A1-57AA-57A7CCBE9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7E7405-9338-ED5A-C81C-F789A9A3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1C9879-8F5E-C2DA-4156-445368F6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1A87F3-0299-5B60-266D-3923EF54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733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725EB-DC4A-DF2C-8408-2AD62F14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745A4BD-CBC0-B0E0-680D-79C2B0EF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20E285-167B-275B-D675-DB3713A8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E7A6C8-2959-BB3D-2F87-73EFB88A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100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E0D784-B193-143F-73F8-29453F63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889353-AFBA-F890-C872-B389E0A4A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2896FE-241F-E640-EEE3-122368F4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4464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2BBDA-D06A-69DC-D184-09860A84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7B9C70-C505-C2AF-DE4A-D67C7C2B2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524521-D4BF-4CBC-1661-B4438CCDB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0F654F-D2E8-8AFC-9C4D-653D2844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AF8C70-3A9E-37BE-3D9C-AAD0B69F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32FAF5-CB34-25AB-C32F-365B7228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634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25126-CE7F-763D-8861-861ECA93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5F6E22-24DC-6A0F-2F43-F0CFE4839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84D90A-58CE-B363-9E2E-E2206ED0D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A1B35C-5466-D697-CC1A-6FED1CF0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ED9904-E5DE-2E3A-E882-1C9070EA0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E91026-7572-C9D7-4454-4E60200F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035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C67BE-91F9-CA34-43AF-8184D01A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15D06C-AD3F-C0B9-5172-37A387695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6CEE29-DD27-12A4-C174-971C50437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63CE6A-E6C8-4D40-EF75-75406B7F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8C88DB-5CC0-A6FB-E4A8-A6206BB6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378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31D855-9516-C3D0-A846-CF137F7C8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608108-05CF-849A-9F61-D8527D4C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5172B4-F97D-3D0A-70A5-5FA4238E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1D27C7-B4D8-9164-44DD-20B811438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B31D8-F3D4-95E2-2733-5F7F3F9F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04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C8AF55-6E6D-B36E-CB6F-8424E708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017724-5D40-5E81-160C-2410FFBEC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7B226C-74D0-92C9-0F77-8AE9574FB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00FB6-B9D3-42A5-B379-0790D74494C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95944-15A4-0D17-F8F3-6C8AF16B4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CA5609-7FB7-DFEA-6DE3-A20DD4AC4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13C3F-D678-4EB1-92F8-3AE40118D8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543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2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C29B-136F-974E-1FE2-DFC4FC6B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D06C16-193A-37A9-5A7A-499D12BE3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414"/>
            <a:ext cx="12192000" cy="525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7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14811F-FFCA-151A-50D4-167C6ED16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73" y="0"/>
            <a:ext cx="96506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34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645A3-5DCC-008A-3C4D-26A48DEE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100EEA-D2B5-A30C-2AE0-D1A82596D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33" y="0"/>
            <a:ext cx="11294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2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F2E2923-E00F-5B6A-33CD-3802CA9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253"/>
            <a:ext cx="12192000" cy="662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06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BE677-4D46-820D-FE76-E6E88DD0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E8979B-EEA4-9483-1678-B9F11059C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1" y="1716071"/>
            <a:ext cx="6549118" cy="41573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2D02A7A-AB2A-B2F8-C32E-337A04A4A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061" y="1716071"/>
            <a:ext cx="5369868" cy="380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85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D754-0A32-7059-C3E2-FB5950B4E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46541B-C533-7266-F0AA-C036DE2FA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323" y="1429310"/>
            <a:ext cx="6553201" cy="399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581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C75B-3B08-0651-CA03-B92F3CED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888A6FD-9C7B-36E7-6D90-E4137DE81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064" y="1468220"/>
            <a:ext cx="6264783" cy="392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0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382CA-B6E4-ECEB-8AE7-39B11E1E5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B9A8E2-E475-6D5F-52EE-5E36615ED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" y="1424663"/>
            <a:ext cx="5343936" cy="387885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25C516C-B91E-ACF9-0244-49BD834F7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10" y="1424663"/>
            <a:ext cx="6502390" cy="365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7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ABABB-B564-B9CA-2BB5-0D7543F8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75ADBD-C559-F5EE-1992-AB6BF5E12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934" y="1871394"/>
            <a:ext cx="6036131" cy="369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327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2A2D-40FC-5742-2461-C6839144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D402131-9C4E-95E5-2EAB-A4836221B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082" y="1609201"/>
            <a:ext cx="8593835" cy="363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33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A39CF-3C2B-B5D7-105C-04A866EA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BEFF4C-774F-245F-F32B-C8B0391BF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680" y="1413129"/>
            <a:ext cx="4941453" cy="432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1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A367-5A20-07A9-E18C-59AD3BE57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50163B-A9F0-B73D-AC68-969727DF5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876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18</cp:revision>
  <dcterms:created xsi:type="dcterms:W3CDTF">2026-10-01T15:49:45Z</dcterms:created>
  <dcterms:modified xsi:type="dcterms:W3CDTF">2026-10-01T16:22:48Z</dcterms:modified>
</cp:coreProperties>
</file>