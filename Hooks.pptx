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57" r:id="rId7"/>
    <p:sldId id="263" r:id="rId8"/>
    <p:sldId id="258" r:id="rId9"/>
    <p:sldId id="259" r:id="rId10"/>
    <p:sldId id="260" r:id="rId11"/>
    <p:sldId id="261" r:id="rId12"/>
    <p:sldId id="264" r:id="rId13"/>
    <p:sldId id="265" r:id="rId14"/>
    <p:sldId id="262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EB6CF-7D79-EE79-8D5A-C0DFDB2C2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A210C4-EF8C-31D9-5D7C-2B1000CEA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0BCCE1-3000-A45A-A4D7-F57801DD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928E6-F9C5-47C9-6858-8B68C009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9BAAC0-C779-C176-FC7D-3F98AAFF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336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25E2-4BA2-8B69-F648-7D1735FA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231C4-1027-1705-D738-4D1F53EF5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C2D1D-C431-FFF4-B533-6D6A1D67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8B7D62-5E77-066B-E826-B01F249B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312E81-5DAC-82BD-3511-122A980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18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F230F-F7CA-B9C5-197A-D14BB059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84A124-2E60-E706-CBC5-DA96A63B9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375ED-0693-4B0A-BEF2-EC9EFDAF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AE3DFB-F22D-B8CD-A48F-7A17856C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B2DB1-4DD4-ACF9-7DFD-248611DC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70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00E7D-5E34-E4C5-6413-8D829C54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5841FD-A34A-98F1-763B-69D3AA39F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484181-FACD-4877-8CEE-E63273EAF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AF7EF3-A5CB-BA61-9A0F-A9C885DE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B8499F-A210-7B04-F042-524CFDFA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3686F1-324F-D800-D33F-C32EE42F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664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1AC3F-2994-68C6-0C27-1840521D4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3D620A-1DFC-CA8D-9AF4-382D5469B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BB825D-A3FF-71A3-B68B-9493353EE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B66049-DB09-6C76-93D4-EE8B3ABB7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364B2F-494D-EEF2-CE96-F60019BF4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CB4853-52D0-7992-114A-E2FAE02F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288AA8-3A6D-C469-CAD8-693C6E14C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5D789C-2FB6-66C6-426F-6CD26FEF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332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E23DA-9AB7-5452-0C58-FC663903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603FB0-25B2-B9E0-F51C-82DB80E8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A0A754-5101-078F-21ED-33BBD9A0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D7E155-EDE3-CFA7-8507-E0E9A42D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798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ECBC7E-C6D6-32CE-6BF2-DFE5DE0F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88D30-6DCA-CCB5-B13C-A675CDED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688449-2966-1A52-8DAC-6B23D8F42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62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F39C8-63A5-8F25-18D7-6CE6199C7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332FB9-BF82-CE67-4536-126C2B79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B6EF29-29FF-5A56-E059-723525EB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D588EF-C371-0517-EB5C-6DEE6023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6DB13-626B-F89E-D19B-57FAC1BE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91CB57-9EEA-FEBF-C8FC-B1CC9CA7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34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F0E04-220F-4395-1237-F0ADE33A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05F35D-370B-8651-91F8-5AD30E402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B4CCAC-7002-0615-FD52-09835037F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AC4712-D34F-C523-1DBA-EBE2DB2C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DC1621-29F8-34A7-095C-76BD445E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B754AE-3DAB-E557-D0EA-7279E242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886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D1E36-8D8B-FE10-C69E-16C4DDD6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952F21-1535-1E40-FF50-73008EBBE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00658-364D-CAF2-2525-DD706594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A822A6-B2B6-2CFA-1E1F-DC9A4890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DB8214-51D1-4363-D607-6EDD16A8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927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D2A0B1-99DB-47A8-6A64-683B3E02E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575851-C80B-46B9-F9CF-B51D44D92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F5439-FF6A-73AF-28CF-BC6001C1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F63334-8D7F-F856-BEBF-171EB3CC0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FB271F-DC6F-C55E-846C-93F828B4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572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9F3340-301D-965D-3ECF-C312271C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8A40FE-2EA2-79E3-0D89-F1810F4ED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8ACDE4-301E-FCB7-395B-3A2D3A633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95366-C472-4594-A36F-CAF7BE84ABF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84E685-6227-634B-728C-5511E3687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2C3D88-E0DA-7CA3-DCB8-C51F49765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FEBA6-2AC1-4E55-BEDD-67D8B5AB3B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963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95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DDAF3-0E6A-20CC-B23A-AC9729D8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108FB4-FB98-EC94-9C11-EB48E2A6F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26" y="0"/>
            <a:ext cx="9176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4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76CA-216F-53D6-DEAF-F9C63DC4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A9EA4A-5DB2-7FDB-084A-79C8D9D0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387" y="0"/>
            <a:ext cx="8625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1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EA22FB3-8D27-88EC-6DC1-EBE22A09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0" y="0"/>
            <a:ext cx="9548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2779-6838-B6C7-E4E7-53C11F90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B0DD70-0783-35AB-133D-873D14C3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261495"/>
            <a:ext cx="11450648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4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2CFA-E26E-2673-DF66-10AAFA76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B59854-F28C-CAA2-90B3-4BBE2E282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247650"/>
            <a:ext cx="1095375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1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807A-3E0E-5865-4770-C8E35916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60C933-44AF-841F-25C4-51A27A242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47650"/>
            <a:ext cx="10287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0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786A-584F-C603-F2D0-21859B2A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EBDE43-12D6-D51B-984D-EFF0604C0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247650"/>
            <a:ext cx="802005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5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41BA-9055-658A-F5CB-8937F8AA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91C8A6-A039-61B9-3E91-A83E7DA17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2944"/>
            <a:ext cx="12192000" cy="41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4111E-D36F-99D8-1EB3-E6FB8DCE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B80142-F674-0CB7-E9D2-56DE032BC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807" y="0"/>
            <a:ext cx="8704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9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4805C-F737-D2FB-0641-6DDDC51D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BF9EAB-05BA-667B-3AC5-B41073398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085850"/>
            <a:ext cx="117729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20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2199-687F-C5F7-8646-443F6942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3D80BB-0109-C6A3-CC41-BC153681C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2795"/>
            <a:ext cx="12192000" cy="42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24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4EABBD-9947-B27C-F745-7D99006FD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085850"/>
            <a:ext cx="4114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2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502D-41CE-0533-8ECD-1DE4F5E9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329EFA-CC54-D0EA-6E8C-7E9DD0A76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87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11</cp:revision>
  <dcterms:created xsi:type="dcterms:W3CDTF">2026-10-01T11:56:13Z</dcterms:created>
  <dcterms:modified xsi:type="dcterms:W3CDTF">2026-10-01T13:45:48Z</dcterms:modified>
</cp:coreProperties>
</file>