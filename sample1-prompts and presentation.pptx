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56" r:id="rId4"/>
    <p:sldId id="257" r:id="rId5"/>
    <p:sldId id="258" r:id="rId6"/>
    <p:sldId id="262" r:id="rId7"/>
    <p:sldId id="259" r:id="rId8"/>
    <p:sldId id="260" r:id="rId9"/>
    <p:sldId id="263" r:id="rId10"/>
    <p:sldId id="264" r:id="rId11"/>
    <p:sldId id="261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E7328-DC44-6600-1FEA-7E028D6B3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213B83-46C7-59EE-08E5-C663D309C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0D6D8B-F181-D35F-9014-97EF2268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F1BB44-A51D-E1BE-285D-3D3B5EA8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2F83D-15B7-5370-710A-B6269020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342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39EFA-0211-8339-A028-2EC3A4E4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EB9A9D-BADC-420D-C568-5B5949865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197EC-4E12-417F-8FAC-08E12960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91B9B-C728-2448-ECD1-54A1F031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C8C8AF-454A-35E2-D78F-97AA4951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232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B9FD2-EFD4-3347-F2E2-2190D5330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0DEBD6-9089-523F-69F4-F7F6A87B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42742F-DE6A-C322-EB87-0008E01ED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EA9D3-4405-DDDD-05F1-FE5A8D89A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435214-73AA-6CEF-4098-E994E9E9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03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16ADD-E3F8-28B4-3799-12E4E884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9411D1-A611-4694-03E7-CE30102FB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7CDF2F-5818-3738-16B7-BE74F72D5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8758FD-0B4F-B843-E225-E8B9EAB4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07EC35-CE93-CC5B-ADE0-881CFAAF5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8AD4A0-5D2A-9234-7C50-A8303DF1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263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21153-CA4F-8179-31C6-3C3A4904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6383F8-ABDC-54AC-29E9-2354D58C0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156F39-DA58-B91D-E7B6-A54CEE4D8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2152AE-1C52-425B-2E47-01A4ABFD40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99E05D-72E0-76F1-EE7C-F97A077A1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42980D-5370-E63E-B0E2-2E7D8D42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364A7D-8616-B45A-7011-1D6DD3D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852302-DA90-5496-A4E2-E49ACE60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14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3E586-7ACA-FD5C-B6F3-A5F3CC13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3A5B161-3EC4-3C95-1E00-49E2F1A3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028129-4AF1-E73B-7CFB-1D2AD64A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06127D-EB24-BC06-C30E-70070135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124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653A53-1D89-805A-79A5-73D65F9D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4358AA-11AF-D68D-E873-3D638E8E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7B7C90-D0CB-307E-9DC2-1DF1F579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49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2638C-572D-D20E-46A2-2330273E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B0ACD6-201B-24E5-88C3-6D75D65DF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1500E1-6A97-99F5-1CF1-A28B3BDA1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A38BDB-327E-20FC-9DD6-B6AB823B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219C51-C30B-3358-61A4-399B0D44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E98E6F-AA1D-7A7A-C6BE-B6F17B23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891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FABFF-013D-F678-E6FF-6461090C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51CB73-A857-F7D4-EA58-3C8DB4750A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8C5C10-B839-3AD1-ADE9-E8F15CA87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5347BC-5210-6665-E0B3-F367A8AD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138A12-D310-F86D-34AE-A8AD14E5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C96334-A205-38E2-29B0-49AB9A7E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858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6B010-D057-FDC9-516C-069D7E96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14EB0-3B31-61D4-2214-2CF2B79DC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FDB6DA-FA84-89E4-86F7-67BE45B0D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016F8C-EF35-FC92-0D06-69945C0C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8810A1-EDDE-5244-466C-F8154A0D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94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6A50EC-3913-CBB1-FBBF-9AC8ECCD8D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C49617-9560-E3AC-4A97-81618BF51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6253F9-0170-C3B7-CC47-71B4CEFA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2A1CB6-2879-E190-EF43-926D07AF7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A76069-7083-93B1-1F05-0D8F06E5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790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7196C54-9679-6634-D569-CD53BE438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06685F-5C6E-E61E-EAD9-99AA250A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057E89-EB02-14B6-1280-8CAEB2459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CC746-A041-410A-B68F-1E3D53C5918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40EC94-6A32-6405-6F59-79E025C97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B8EE09-5A28-3765-41BA-75051CDF7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82090-3BB9-4A1B-A5B1-203BEA01392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576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28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5F5F7-3B65-F014-09B9-2676F50B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76F827-BF50-F2E8-2DB6-732896330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076" y="686875"/>
            <a:ext cx="8897847" cy="54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24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F9C5544-597A-DF83-E381-167AF57CD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2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537C-D929-C6AE-E69D-484773B4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4486F2-F15D-1709-7CDA-56ACA07FC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9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45E2D-DEDC-D61F-144F-CE52F22D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BE4FF4-77E4-855F-BE86-A8331D5F0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5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A72B7-BFBE-8DE8-8307-8C9FB820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DFB323C-2B43-033A-213B-A053ADFB5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6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473D-46E3-0D38-A019-7F3EB9E4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67CC17-2984-EC01-9601-A8E26A35F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14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C4C2-D2FB-012C-4505-5F67F426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ED54B15-8F08-2E34-8C14-FC122FA3F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8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E998-8821-DCCB-8B1A-190FF46C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1292B3-6260-A80B-E5F0-C3BA6881B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78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D3197-DC23-F663-320A-3E984587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6FDA4A-8F8A-FF56-9AAF-6DC31A8BE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01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5FAE-0738-DE4F-09C8-8E8C6701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266C95A-420C-1D4E-B25A-63B300882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579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13</cp:revision>
  <dcterms:created xsi:type="dcterms:W3CDTF">2026-10-01T11:01:11Z</dcterms:created>
  <dcterms:modified xsi:type="dcterms:W3CDTF">2026-10-01T11:11:16Z</dcterms:modified>
</cp:coreProperties>
</file>